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4" r:id="rId2"/>
    <p:sldId id="286" r:id="rId3"/>
    <p:sldId id="287" r:id="rId4"/>
    <p:sldId id="257" r:id="rId5"/>
    <p:sldId id="256" r:id="rId6"/>
    <p:sldId id="258" r:id="rId7"/>
    <p:sldId id="289" r:id="rId8"/>
    <p:sldId id="260" r:id="rId9"/>
    <p:sldId id="291" r:id="rId10"/>
    <p:sldId id="293" r:id="rId11"/>
    <p:sldId id="29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2A4C4D-488F-B240-B698-04C58742672E}">
          <p14:sldIdLst>
            <p14:sldId id="274"/>
            <p14:sldId id="286"/>
            <p14:sldId id="287"/>
            <p14:sldId id="257"/>
            <p14:sldId id="256"/>
            <p14:sldId id="258"/>
            <p14:sldId id="289"/>
            <p14:sldId id="260"/>
            <p14:sldId id="291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C242"/>
    <a:srgbClr val="B271A7"/>
    <a:srgbClr val="F8D32A"/>
    <a:srgbClr val="50C1EB"/>
    <a:srgbClr val="FFC000"/>
    <a:srgbClr val="FFBFA3"/>
    <a:srgbClr val="FFD5C2"/>
    <a:srgbClr val="D0AF98"/>
    <a:srgbClr val="5D65FF"/>
    <a:srgbClr val="FF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3" autoAdjust="0"/>
    <p:restoredTop sz="96327"/>
  </p:normalViewPr>
  <p:slideViewPr>
    <p:cSldViewPr snapToGrid="0" snapToObjects="1">
      <p:cViewPr>
        <p:scale>
          <a:sx n="50" d="100"/>
          <a:sy n="50" d="100"/>
        </p:scale>
        <p:origin x="1651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72E0B-8418-6745-89F2-E2448ACAD8AC}" type="datetimeFigureOut">
              <a:t>19/02/1446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2C583-C3F5-CB44-A8F3-D2B434FB39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3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386BC5-92E6-4AC2-9800-0010C222579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FB3094F-755A-4E45-9B01-2C8C2B7392E8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9697" name="Rectangle 1">
            <a:extLst>
              <a:ext uri="{FF2B5EF4-FFF2-40B4-BE49-F238E27FC236}">
                <a16:creationId xmlns:a16="http://schemas.microsoft.com/office/drawing/2014/main" id="{410494A2-2AB7-4AA8-A508-018AD6430F8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3400" y="763588"/>
            <a:ext cx="6705600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4A55729-075B-40A0-ABBC-DC5087D3B51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11B0CC-D994-4653-93CE-4C9BEE63FB3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E155EBC-56B9-4567-9421-D1E114C8CC71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27649" name="Rectangle 1">
            <a:extLst>
              <a:ext uri="{FF2B5EF4-FFF2-40B4-BE49-F238E27FC236}">
                <a16:creationId xmlns:a16="http://schemas.microsoft.com/office/drawing/2014/main" id="{BA6B9688-E085-40D8-A785-4B96083D8EA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3400" y="763588"/>
            <a:ext cx="6705600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FEAD9537-77C9-4F41-81CA-32037E75BE2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19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2F28977-D78E-814D-8680-0120950C42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89760" y="0"/>
            <a:ext cx="6002241" cy="6858000"/>
          </a:xfrm>
          <a:custGeom>
            <a:avLst/>
            <a:gdLst>
              <a:gd name="connsiteX0" fmla="*/ 1351905 w 6002241"/>
              <a:gd name="connsiteY0" fmla="*/ 0 h 6858000"/>
              <a:gd name="connsiteX1" fmla="*/ 6002241 w 6002241"/>
              <a:gd name="connsiteY1" fmla="*/ 0 h 6858000"/>
              <a:gd name="connsiteX2" fmla="*/ 6002241 w 6002241"/>
              <a:gd name="connsiteY2" fmla="*/ 6858000 h 6858000"/>
              <a:gd name="connsiteX3" fmla="*/ 4298393 w 6002241"/>
              <a:gd name="connsiteY3" fmla="*/ 6858000 h 6858000"/>
              <a:gd name="connsiteX4" fmla="*/ 426987 w 6002241"/>
              <a:gd name="connsiteY4" fmla="*/ 2986595 h 6858000"/>
              <a:gd name="connsiteX5" fmla="*/ 426988 w 6002241"/>
              <a:gd name="connsiteY5" fmla="*/ 92491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02241" h="6858000">
                <a:moveTo>
                  <a:pt x="1351905" y="0"/>
                </a:moveTo>
                <a:lnTo>
                  <a:pt x="6002241" y="0"/>
                </a:lnTo>
                <a:lnTo>
                  <a:pt x="6002241" y="6858000"/>
                </a:lnTo>
                <a:lnTo>
                  <a:pt x="4298393" y="6858000"/>
                </a:lnTo>
                <a:lnTo>
                  <a:pt x="426987" y="2986595"/>
                </a:lnTo>
                <a:cubicBezTo>
                  <a:pt x="-142329" y="2417279"/>
                  <a:pt x="-142329" y="1494234"/>
                  <a:pt x="426988" y="924918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AF57179-F93F-C54F-831C-C0F38830F60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49415" y="1216823"/>
            <a:ext cx="1995585" cy="4321107"/>
          </a:xfrm>
          <a:custGeom>
            <a:avLst/>
            <a:gdLst>
              <a:gd name="connsiteX0" fmla="*/ 0 w 1995585"/>
              <a:gd name="connsiteY0" fmla="*/ 0 h 4321107"/>
              <a:gd name="connsiteX1" fmla="*/ 1995585 w 1995585"/>
              <a:gd name="connsiteY1" fmla="*/ 0 h 4321107"/>
              <a:gd name="connsiteX2" fmla="*/ 1995585 w 1995585"/>
              <a:gd name="connsiteY2" fmla="*/ 4321107 h 4321107"/>
              <a:gd name="connsiteX3" fmla="*/ 0 w 1995585"/>
              <a:gd name="connsiteY3" fmla="*/ 4321107 h 4321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5585" h="4321107">
                <a:moveTo>
                  <a:pt x="0" y="0"/>
                </a:moveTo>
                <a:lnTo>
                  <a:pt x="1995585" y="0"/>
                </a:lnTo>
                <a:lnTo>
                  <a:pt x="1995585" y="4321107"/>
                </a:lnTo>
                <a:lnTo>
                  <a:pt x="0" y="4321107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9EAF2F7-0828-2549-B5F7-9DB127EA2F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83208" y="1216823"/>
            <a:ext cx="1995585" cy="4321107"/>
          </a:xfrm>
          <a:custGeom>
            <a:avLst/>
            <a:gdLst>
              <a:gd name="connsiteX0" fmla="*/ 0 w 1995585"/>
              <a:gd name="connsiteY0" fmla="*/ 0 h 4321107"/>
              <a:gd name="connsiteX1" fmla="*/ 1995585 w 1995585"/>
              <a:gd name="connsiteY1" fmla="*/ 0 h 4321107"/>
              <a:gd name="connsiteX2" fmla="*/ 1995585 w 1995585"/>
              <a:gd name="connsiteY2" fmla="*/ 4321107 h 4321107"/>
              <a:gd name="connsiteX3" fmla="*/ 0 w 1995585"/>
              <a:gd name="connsiteY3" fmla="*/ 4321107 h 4321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5585" h="4321107">
                <a:moveTo>
                  <a:pt x="0" y="0"/>
                </a:moveTo>
                <a:lnTo>
                  <a:pt x="1995585" y="0"/>
                </a:lnTo>
                <a:lnTo>
                  <a:pt x="1995585" y="4321107"/>
                </a:lnTo>
                <a:lnTo>
                  <a:pt x="0" y="4321107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917EE92-B8B8-9544-ACCF-2F3F73BB81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46262" y="759061"/>
            <a:ext cx="4369357" cy="5339881"/>
          </a:xfrm>
          <a:custGeom>
            <a:avLst/>
            <a:gdLst>
              <a:gd name="connsiteX0" fmla="*/ 227775 w 4369357"/>
              <a:gd name="connsiteY0" fmla="*/ 0 h 5339881"/>
              <a:gd name="connsiteX1" fmla="*/ 4141582 w 4369357"/>
              <a:gd name="connsiteY1" fmla="*/ 0 h 5339881"/>
              <a:gd name="connsiteX2" fmla="*/ 4369357 w 4369357"/>
              <a:gd name="connsiteY2" fmla="*/ 227775 h 5339881"/>
              <a:gd name="connsiteX3" fmla="*/ 4369357 w 4369357"/>
              <a:gd name="connsiteY3" fmla="*/ 5112106 h 5339881"/>
              <a:gd name="connsiteX4" fmla="*/ 4141582 w 4369357"/>
              <a:gd name="connsiteY4" fmla="*/ 5339881 h 5339881"/>
              <a:gd name="connsiteX5" fmla="*/ 227775 w 4369357"/>
              <a:gd name="connsiteY5" fmla="*/ 5339881 h 5339881"/>
              <a:gd name="connsiteX6" fmla="*/ 0 w 4369357"/>
              <a:gd name="connsiteY6" fmla="*/ 5112106 h 5339881"/>
              <a:gd name="connsiteX7" fmla="*/ 0 w 4369357"/>
              <a:gd name="connsiteY7" fmla="*/ 227775 h 5339881"/>
              <a:gd name="connsiteX8" fmla="*/ 227775 w 4369357"/>
              <a:gd name="connsiteY8" fmla="*/ 0 h 533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9357" h="5339881">
                <a:moveTo>
                  <a:pt x="227775" y="0"/>
                </a:moveTo>
                <a:lnTo>
                  <a:pt x="4141582" y="0"/>
                </a:lnTo>
                <a:cubicBezTo>
                  <a:pt x="4267379" y="0"/>
                  <a:pt x="4369357" y="101978"/>
                  <a:pt x="4369357" y="227775"/>
                </a:cubicBezTo>
                <a:lnTo>
                  <a:pt x="4369357" y="5112106"/>
                </a:lnTo>
                <a:cubicBezTo>
                  <a:pt x="4369357" y="5237903"/>
                  <a:pt x="4267379" y="5339881"/>
                  <a:pt x="4141582" y="5339881"/>
                </a:cubicBezTo>
                <a:lnTo>
                  <a:pt x="227775" y="5339881"/>
                </a:lnTo>
                <a:cubicBezTo>
                  <a:pt x="101978" y="5339881"/>
                  <a:pt x="0" y="5237903"/>
                  <a:pt x="0" y="5112106"/>
                </a:cubicBezTo>
                <a:lnTo>
                  <a:pt x="0" y="227775"/>
                </a:lnTo>
                <a:cubicBezTo>
                  <a:pt x="0" y="101978"/>
                  <a:pt x="101978" y="0"/>
                  <a:pt x="227775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1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5C2EAD-D825-A041-9993-6F25F4449F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30806" y="961676"/>
            <a:ext cx="1995585" cy="4321107"/>
          </a:xfrm>
          <a:custGeom>
            <a:avLst/>
            <a:gdLst>
              <a:gd name="connsiteX0" fmla="*/ 0 w 1995585"/>
              <a:gd name="connsiteY0" fmla="*/ 0 h 4321107"/>
              <a:gd name="connsiteX1" fmla="*/ 1995585 w 1995585"/>
              <a:gd name="connsiteY1" fmla="*/ 0 h 4321107"/>
              <a:gd name="connsiteX2" fmla="*/ 1995585 w 1995585"/>
              <a:gd name="connsiteY2" fmla="*/ 4321107 h 4321107"/>
              <a:gd name="connsiteX3" fmla="*/ 0 w 1995585"/>
              <a:gd name="connsiteY3" fmla="*/ 4321107 h 4321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5585" h="4321107">
                <a:moveTo>
                  <a:pt x="0" y="0"/>
                </a:moveTo>
                <a:lnTo>
                  <a:pt x="1995585" y="0"/>
                </a:lnTo>
                <a:lnTo>
                  <a:pt x="1995585" y="4321107"/>
                </a:lnTo>
                <a:lnTo>
                  <a:pt x="0" y="4321107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6F378D2-8524-2B4B-AA18-FC97A01D0B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846600">
            <a:off x="3370482" y="1279996"/>
            <a:ext cx="1995585" cy="4321107"/>
          </a:xfrm>
          <a:custGeom>
            <a:avLst/>
            <a:gdLst>
              <a:gd name="connsiteX0" fmla="*/ 0 w 1995585"/>
              <a:gd name="connsiteY0" fmla="*/ 0 h 4321107"/>
              <a:gd name="connsiteX1" fmla="*/ 1995585 w 1995585"/>
              <a:gd name="connsiteY1" fmla="*/ 0 h 4321107"/>
              <a:gd name="connsiteX2" fmla="*/ 1995585 w 1995585"/>
              <a:gd name="connsiteY2" fmla="*/ 4321107 h 4321107"/>
              <a:gd name="connsiteX3" fmla="*/ 0 w 1995585"/>
              <a:gd name="connsiteY3" fmla="*/ 4321107 h 4321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5585" h="4321107">
                <a:moveTo>
                  <a:pt x="0" y="0"/>
                </a:moveTo>
                <a:lnTo>
                  <a:pt x="1995585" y="0"/>
                </a:lnTo>
                <a:lnTo>
                  <a:pt x="1995585" y="4321107"/>
                </a:lnTo>
                <a:lnTo>
                  <a:pt x="0" y="4321107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88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3EA04E7-1659-514F-838A-77DA4EE90A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61570" y="0"/>
            <a:ext cx="4930431" cy="6858000"/>
          </a:xfrm>
          <a:custGeom>
            <a:avLst/>
            <a:gdLst>
              <a:gd name="connsiteX0" fmla="*/ 0 w 4930431"/>
              <a:gd name="connsiteY0" fmla="*/ 0 h 6858000"/>
              <a:gd name="connsiteX1" fmla="*/ 4930431 w 4930431"/>
              <a:gd name="connsiteY1" fmla="*/ 0 h 6858000"/>
              <a:gd name="connsiteX2" fmla="*/ 4930431 w 4930431"/>
              <a:gd name="connsiteY2" fmla="*/ 6858000 h 6858000"/>
              <a:gd name="connsiteX3" fmla="*/ 0 w 49304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0431" h="6858000">
                <a:moveTo>
                  <a:pt x="0" y="0"/>
                </a:moveTo>
                <a:lnTo>
                  <a:pt x="4930431" y="0"/>
                </a:lnTo>
                <a:lnTo>
                  <a:pt x="493043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9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BE9E97B-43A3-6B4C-BFD4-62125363CF6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6122" y="1361543"/>
            <a:ext cx="1909597" cy="4134914"/>
          </a:xfrm>
          <a:custGeom>
            <a:avLst/>
            <a:gdLst>
              <a:gd name="connsiteX0" fmla="*/ 0 w 1909597"/>
              <a:gd name="connsiteY0" fmla="*/ 0 h 4134914"/>
              <a:gd name="connsiteX1" fmla="*/ 1909597 w 1909597"/>
              <a:gd name="connsiteY1" fmla="*/ 0 h 4134914"/>
              <a:gd name="connsiteX2" fmla="*/ 1909597 w 1909597"/>
              <a:gd name="connsiteY2" fmla="*/ 4134914 h 4134914"/>
              <a:gd name="connsiteX3" fmla="*/ 0 w 1909597"/>
              <a:gd name="connsiteY3" fmla="*/ 4134914 h 4134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597" h="4134914">
                <a:moveTo>
                  <a:pt x="0" y="0"/>
                </a:moveTo>
                <a:lnTo>
                  <a:pt x="1909597" y="0"/>
                </a:lnTo>
                <a:lnTo>
                  <a:pt x="1909597" y="4134914"/>
                </a:lnTo>
                <a:lnTo>
                  <a:pt x="0" y="4134914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13C2A6E-4383-BA45-8E48-66060E4D1F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5633" y="1073888"/>
            <a:ext cx="2175288" cy="4710224"/>
          </a:xfrm>
          <a:custGeom>
            <a:avLst/>
            <a:gdLst>
              <a:gd name="connsiteX0" fmla="*/ 0 w 2175288"/>
              <a:gd name="connsiteY0" fmla="*/ 0 h 4710224"/>
              <a:gd name="connsiteX1" fmla="*/ 2175288 w 2175288"/>
              <a:gd name="connsiteY1" fmla="*/ 0 h 4710224"/>
              <a:gd name="connsiteX2" fmla="*/ 2175288 w 2175288"/>
              <a:gd name="connsiteY2" fmla="*/ 4710224 h 4710224"/>
              <a:gd name="connsiteX3" fmla="*/ 0 w 2175288"/>
              <a:gd name="connsiteY3" fmla="*/ 4710224 h 471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5288" h="4710224">
                <a:moveTo>
                  <a:pt x="0" y="0"/>
                </a:moveTo>
                <a:lnTo>
                  <a:pt x="2175288" y="0"/>
                </a:lnTo>
                <a:lnTo>
                  <a:pt x="2175288" y="4710224"/>
                </a:lnTo>
                <a:lnTo>
                  <a:pt x="0" y="4710224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2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439735A-A471-F44D-A529-FFE222F371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79854" y="5405720"/>
            <a:ext cx="3478502" cy="2720837"/>
          </a:xfrm>
          <a:custGeom>
            <a:avLst/>
            <a:gdLst>
              <a:gd name="connsiteX0" fmla="*/ 214837 w 3478502"/>
              <a:gd name="connsiteY0" fmla="*/ 0 h 2720837"/>
              <a:gd name="connsiteX1" fmla="*/ 3263665 w 3478502"/>
              <a:gd name="connsiteY1" fmla="*/ 0 h 2720837"/>
              <a:gd name="connsiteX2" fmla="*/ 3478502 w 3478502"/>
              <a:gd name="connsiteY2" fmla="*/ 214837 h 2720837"/>
              <a:gd name="connsiteX3" fmla="*/ 3478502 w 3478502"/>
              <a:gd name="connsiteY3" fmla="*/ 2506000 h 2720837"/>
              <a:gd name="connsiteX4" fmla="*/ 3263665 w 3478502"/>
              <a:gd name="connsiteY4" fmla="*/ 2720837 h 2720837"/>
              <a:gd name="connsiteX5" fmla="*/ 214837 w 3478502"/>
              <a:gd name="connsiteY5" fmla="*/ 2720837 h 2720837"/>
              <a:gd name="connsiteX6" fmla="*/ 0 w 3478502"/>
              <a:gd name="connsiteY6" fmla="*/ 2506000 h 2720837"/>
              <a:gd name="connsiteX7" fmla="*/ 0 w 3478502"/>
              <a:gd name="connsiteY7" fmla="*/ 214837 h 2720837"/>
              <a:gd name="connsiteX8" fmla="*/ 214837 w 3478502"/>
              <a:gd name="connsiteY8" fmla="*/ 0 h 272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8502" h="2720837">
                <a:moveTo>
                  <a:pt x="214837" y="0"/>
                </a:moveTo>
                <a:lnTo>
                  <a:pt x="3263665" y="0"/>
                </a:lnTo>
                <a:cubicBezTo>
                  <a:pt x="3382316" y="0"/>
                  <a:pt x="3478502" y="96186"/>
                  <a:pt x="3478502" y="214837"/>
                </a:cubicBezTo>
                <a:lnTo>
                  <a:pt x="3478502" y="2506000"/>
                </a:lnTo>
                <a:cubicBezTo>
                  <a:pt x="3478502" y="2624651"/>
                  <a:pt x="3382316" y="2720837"/>
                  <a:pt x="3263665" y="2720837"/>
                </a:cubicBezTo>
                <a:lnTo>
                  <a:pt x="214837" y="2720837"/>
                </a:lnTo>
                <a:cubicBezTo>
                  <a:pt x="96186" y="2720837"/>
                  <a:pt x="0" y="2624651"/>
                  <a:pt x="0" y="2506000"/>
                </a:cubicBezTo>
                <a:lnTo>
                  <a:pt x="0" y="214837"/>
                </a:lnTo>
                <a:cubicBezTo>
                  <a:pt x="0" y="96186"/>
                  <a:pt x="96186" y="0"/>
                  <a:pt x="214837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467A954-8FC4-0949-BD95-A58F743CE1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79854" y="-1268555"/>
            <a:ext cx="3478502" cy="2720837"/>
          </a:xfrm>
          <a:custGeom>
            <a:avLst/>
            <a:gdLst>
              <a:gd name="connsiteX0" fmla="*/ 214837 w 3478502"/>
              <a:gd name="connsiteY0" fmla="*/ 0 h 2720837"/>
              <a:gd name="connsiteX1" fmla="*/ 3263665 w 3478502"/>
              <a:gd name="connsiteY1" fmla="*/ 0 h 2720837"/>
              <a:gd name="connsiteX2" fmla="*/ 3478502 w 3478502"/>
              <a:gd name="connsiteY2" fmla="*/ 214837 h 2720837"/>
              <a:gd name="connsiteX3" fmla="*/ 3478502 w 3478502"/>
              <a:gd name="connsiteY3" fmla="*/ 2506000 h 2720837"/>
              <a:gd name="connsiteX4" fmla="*/ 3263665 w 3478502"/>
              <a:gd name="connsiteY4" fmla="*/ 2720837 h 2720837"/>
              <a:gd name="connsiteX5" fmla="*/ 214837 w 3478502"/>
              <a:gd name="connsiteY5" fmla="*/ 2720837 h 2720837"/>
              <a:gd name="connsiteX6" fmla="*/ 0 w 3478502"/>
              <a:gd name="connsiteY6" fmla="*/ 2506000 h 2720837"/>
              <a:gd name="connsiteX7" fmla="*/ 0 w 3478502"/>
              <a:gd name="connsiteY7" fmla="*/ 214837 h 2720837"/>
              <a:gd name="connsiteX8" fmla="*/ 214837 w 3478502"/>
              <a:gd name="connsiteY8" fmla="*/ 0 h 272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8502" h="2720837">
                <a:moveTo>
                  <a:pt x="214837" y="0"/>
                </a:moveTo>
                <a:lnTo>
                  <a:pt x="3263665" y="0"/>
                </a:lnTo>
                <a:cubicBezTo>
                  <a:pt x="3382316" y="0"/>
                  <a:pt x="3478502" y="96186"/>
                  <a:pt x="3478502" y="214837"/>
                </a:cubicBezTo>
                <a:lnTo>
                  <a:pt x="3478502" y="2506000"/>
                </a:lnTo>
                <a:cubicBezTo>
                  <a:pt x="3478502" y="2624651"/>
                  <a:pt x="3382316" y="2720837"/>
                  <a:pt x="3263665" y="2720837"/>
                </a:cubicBezTo>
                <a:lnTo>
                  <a:pt x="214837" y="2720837"/>
                </a:lnTo>
                <a:cubicBezTo>
                  <a:pt x="96186" y="2720837"/>
                  <a:pt x="0" y="2624651"/>
                  <a:pt x="0" y="2506000"/>
                </a:cubicBezTo>
                <a:lnTo>
                  <a:pt x="0" y="214837"/>
                </a:lnTo>
                <a:cubicBezTo>
                  <a:pt x="0" y="96186"/>
                  <a:pt x="96186" y="0"/>
                  <a:pt x="214837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9E166B3-C034-4148-AD13-DE0CC0F9BA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09305" y="1700525"/>
            <a:ext cx="4419599" cy="3456950"/>
          </a:xfrm>
          <a:custGeom>
            <a:avLst/>
            <a:gdLst>
              <a:gd name="connsiteX0" fmla="*/ 235487 w 4419599"/>
              <a:gd name="connsiteY0" fmla="*/ 0 h 3456950"/>
              <a:gd name="connsiteX1" fmla="*/ 4184112 w 4419599"/>
              <a:gd name="connsiteY1" fmla="*/ 0 h 3456950"/>
              <a:gd name="connsiteX2" fmla="*/ 4419599 w 4419599"/>
              <a:gd name="connsiteY2" fmla="*/ 235487 h 3456950"/>
              <a:gd name="connsiteX3" fmla="*/ 4419599 w 4419599"/>
              <a:gd name="connsiteY3" fmla="*/ 3221463 h 3456950"/>
              <a:gd name="connsiteX4" fmla="*/ 4184112 w 4419599"/>
              <a:gd name="connsiteY4" fmla="*/ 3456950 h 3456950"/>
              <a:gd name="connsiteX5" fmla="*/ 235487 w 4419599"/>
              <a:gd name="connsiteY5" fmla="*/ 3456950 h 3456950"/>
              <a:gd name="connsiteX6" fmla="*/ 0 w 4419599"/>
              <a:gd name="connsiteY6" fmla="*/ 3221463 h 3456950"/>
              <a:gd name="connsiteX7" fmla="*/ 0 w 4419599"/>
              <a:gd name="connsiteY7" fmla="*/ 235487 h 3456950"/>
              <a:gd name="connsiteX8" fmla="*/ 235487 w 4419599"/>
              <a:gd name="connsiteY8" fmla="*/ 0 h 345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9599" h="3456950">
                <a:moveTo>
                  <a:pt x="235487" y="0"/>
                </a:moveTo>
                <a:lnTo>
                  <a:pt x="4184112" y="0"/>
                </a:lnTo>
                <a:cubicBezTo>
                  <a:pt x="4314168" y="0"/>
                  <a:pt x="4419599" y="105431"/>
                  <a:pt x="4419599" y="235487"/>
                </a:cubicBezTo>
                <a:lnTo>
                  <a:pt x="4419599" y="3221463"/>
                </a:lnTo>
                <a:cubicBezTo>
                  <a:pt x="4419599" y="3351519"/>
                  <a:pt x="4314168" y="3456950"/>
                  <a:pt x="4184112" y="3456950"/>
                </a:cubicBezTo>
                <a:lnTo>
                  <a:pt x="235487" y="3456950"/>
                </a:lnTo>
                <a:cubicBezTo>
                  <a:pt x="105431" y="3456950"/>
                  <a:pt x="0" y="3351519"/>
                  <a:pt x="0" y="3221463"/>
                </a:cubicBezTo>
                <a:lnTo>
                  <a:pt x="0" y="235487"/>
                </a:lnTo>
                <a:cubicBezTo>
                  <a:pt x="0" y="105431"/>
                  <a:pt x="105431" y="0"/>
                  <a:pt x="235487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37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099B2A1-2261-3D49-B0A2-36A419F45E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34523" y="1092938"/>
            <a:ext cx="2175288" cy="4710224"/>
          </a:xfrm>
          <a:custGeom>
            <a:avLst/>
            <a:gdLst>
              <a:gd name="connsiteX0" fmla="*/ 263949 w 2175288"/>
              <a:gd name="connsiteY0" fmla="*/ 0 h 4710224"/>
              <a:gd name="connsiteX1" fmla="*/ 1911339 w 2175288"/>
              <a:gd name="connsiteY1" fmla="*/ 0 h 4710224"/>
              <a:gd name="connsiteX2" fmla="*/ 2175288 w 2175288"/>
              <a:gd name="connsiteY2" fmla="*/ 263949 h 4710224"/>
              <a:gd name="connsiteX3" fmla="*/ 2175288 w 2175288"/>
              <a:gd name="connsiteY3" fmla="*/ 4446275 h 4710224"/>
              <a:gd name="connsiteX4" fmla="*/ 1911339 w 2175288"/>
              <a:gd name="connsiteY4" fmla="*/ 4710224 h 4710224"/>
              <a:gd name="connsiteX5" fmla="*/ 263949 w 2175288"/>
              <a:gd name="connsiteY5" fmla="*/ 4710224 h 4710224"/>
              <a:gd name="connsiteX6" fmla="*/ 0 w 2175288"/>
              <a:gd name="connsiteY6" fmla="*/ 4446275 h 4710224"/>
              <a:gd name="connsiteX7" fmla="*/ 0 w 2175288"/>
              <a:gd name="connsiteY7" fmla="*/ 263949 h 4710224"/>
              <a:gd name="connsiteX8" fmla="*/ 263949 w 2175288"/>
              <a:gd name="connsiteY8" fmla="*/ 0 h 471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5288" h="4710224">
                <a:moveTo>
                  <a:pt x="263949" y="0"/>
                </a:moveTo>
                <a:lnTo>
                  <a:pt x="1911339" y="0"/>
                </a:lnTo>
                <a:cubicBezTo>
                  <a:pt x="2057114" y="0"/>
                  <a:pt x="2175288" y="118174"/>
                  <a:pt x="2175288" y="263949"/>
                </a:cubicBezTo>
                <a:lnTo>
                  <a:pt x="2175288" y="4446275"/>
                </a:lnTo>
                <a:cubicBezTo>
                  <a:pt x="2175288" y="4592050"/>
                  <a:pt x="2057114" y="4710224"/>
                  <a:pt x="1911339" y="4710224"/>
                </a:cubicBezTo>
                <a:lnTo>
                  <a:pt x="263949" y="4710224"/>
                </a:lnTo>
                <a:cubicBezTo>
                  <a:pt x="118174" y="4710224"/>
                  <a:pt x="0" y="4592050"/>
                  <a:pt x="0" y="4446275"/>
                </a:cubicBezTo>
                <a:lnTo>
                  <a:pt x="0" y="263949"/>
                </a:lnTo>
                <a:cubicBezTo>
                  <a:pt x="0" y="118174"/>
                  <a:pt x="118174" y="0"/>
                  <a:pt x="26394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E90D090-4137-A64D-9694-179327E0BBC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51787" y="1092938"/>
            <a:ext cx="2175288" cy="4710224"/>
          </a:xfrm>
          <a:custGeom>
            <a:avLst/>
            <a:gdLst>
              <a:gd name="connsiteX0" fmla="*/ 263949 w 2175288"/>
              <a:gd name="connsiteY0" fmla="*/ 0 h 4710224"/>
              <a:gd name="connsiteX1" fmla="*/ 1911339 w 2175288"/>
              <a:gd name="connsiteY1" fmla="*/ 0 h 4710224"/>
              <a:gd name="connsiteX2" fmla="*/ 2175288 w 2175288"/>
              <a:gd name="connsiteY2" fmla="*/ 263949 h 4710224"/>
              <a:gd name="connsiteX3" fmla="*/ 2175288 w 2175288"/>
              <a:gd name="connsiteY3" fmla="*/ 4446275 h 4710224"/>
              <a:gd name="connsiteX4" fmla="*/ 1911339 w 2175288"/>
              <a:gd name="connsiteY4" fmla="*/ 4710224 h 4710224"/>
              <a:gd name="connsiteX5" fmla="*/ 263949 w 2175288"/>
              <a:gd name="connsiteY5" fmla="*/ 4710224 h 4710224"/>
              <a:gd name="connsiteX6" fmla="*/ 0 w 2175288"/>
              <a:gd name="connsiteY6" fmla="*/ 4446275 h 4710224"/>
              <a:gd name="connsiteX7" fmla="*/ 0 w 2175288"/>
              <a:gd name="connsiteY7" fmla="*/ 263949 h 4710224"/>
              <a:gd name="connsiteX8" fmla="*/ 263949 w 2175288"/>
              <a:gd name="connsiteY8" fmla="*/ 0 h 471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5288" h="4710224">
                <a:moveTo>
                  <a:pt x="263949" y="0"/>
                </a:moveTo>
                <a:lnTo>
                  <a:pt x="1911339" y="0"/>
                </a:lnTo>
                <a:cubicBezTo>
                  <a:pt x="2057114" y="0"/>
                  <a:pt x="2175288" y="118174"/>
                  <a:pt x="2175288" y="263949"/>
                </a:cubicBezTo>
                <a:lnTo>
                  <a:pt x="2175288" y="4446275"/>
                </a:lnTo>
                <a:cubicBezTo>
                  <a:pt x="2175288" y="4592050"/>
                  <a:pt x="2057114" y="4710224"/>
                  <a:pt x="1911339" y="4710224"/>
                </a:cubicBezTo>
                <a:lnTo>
                  <a:pt x="263949" y="4710224"/>
                </a:lnTo>
                <a:cubicBezTo>
                  <a:pt x="118174" y="4710224"/>
                  <a:pt x="0" y="4592050"/>
                  <a:pt x="0" y="4446275"/>
                </a:cubicBezTo>
                <a:lnTo>
                  <a:pt x="0" y="263949"/>
                </a:lnTo>
                <a:cubicBezTo>
                  <a:pt x="0" y="118174"/>
                  <a:pt x="118174" y="0"/>
                  <a:pt x="26394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89A47F3-6FBA-6C49-BED7-871BEB7FB9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43152" y="1092938"/>
            <a:ext cx="2175288" cy="4710224"/>
          </a:xfrm>
          <a:custGeom>
            <a:avLst/>
            <a:gdLst>
              <a:gd name="connsiteX0" fmla="*/ 263949 w 2175288"/>
              <a:gd name="connsiteY0" fmla="*/ 0 h 4710224"/>
              <a:gd name="connsiteX1" fmla="*/ 1911339 w 2175288"/>
              <a:gd name="connsiteY1" fmla="*/ 0 h 4710224"/>
              <a:gd name="connsiteX2" fmla="*/ 2175288 w 2175288"/>
              <a:gd name="connsiteY2" fmla="*/ 263949 h 4710224"/>
              <a:gd name="connsiteX3" fmla="*/ 2175288 w 2175288"/>
              <a:gd name="connsiteY3" fmla="*/ 4446275 h 4710224"/>
              <a:gd name="connsiteX4" fmla="*/ 1911339 w 2175288"/>
              <a:gd name="connsiteY4" fmla="*/ 4710224 h 4710224"/>
              <a:gd name="connsiteX5" fmla="*/ 263949 w 2175288"/>
              <a:gd name="connsiteY5" fmla="*/ 4710224 h 4710224"/>
              <a:gd name="connsiteX6" fmla="*/ 0 w 2175288"/>
              <a:gd name="connsiteY6" fmla="*/ 4446275 h 4710224"/>
              <a:gd name="connsiteX7" fmla="*/ 0 w 2175288"/>
              <a:gd name="connsiteY7" fmla="*/ 263949 h 4710224"/>
              <a:gd name="connsiteX8" fmla="*/ 263949 w 2175288"/>
              <a:gd name="connsiteY8" fmla="*/ 0 h 471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5288" h="4710224">
                <a:moveTo>
                  <a:pt x="263949" y="0"/>
                </a:moveTo>
                <a:lnTo>
                  <a:pt x="1911339" y="0"/>
                </a:lnTo>
                <a:cubicBezTo>
                  <a:pt x="2057114" y="0"/>
                  <a:pt x="2175288" y="118174"/>
                  <a:pt x="2175288" y="263949"/>
                </a:cubicBezTo>
                <a:lnTo>
                  <a:pt x="2175288" y="4446275"/>
                </a:lnTo>
                <a:cubicBezTo>
                  <a:pt x="2175288" y="4592050"/>
                  <a:pt x="2057114" y="4710224"/>
                  <a:pt x="1911339" y="4710224"/>
                </a:cubicBezTo>
                <a:lnTo>
                  <a:pt x="263949" y="4710224"/>
                </a:lnTo>
                <a:cubicBezTo>
                  <a:pt x="118174" y="4710224"/>
                  <a:pt x="0" y="4592050"/>
                  <a:pt x="0" y="4446275"/>
                </a:cubicBezTo>
                <a:lnTo>
                  <a:pt x="0" y="263949"/>
                </a:lnTo>
                <a:cubicBezTo>
                  <a:pt x="0" y="118174"/>
                  <a:pt x="118174" y="0"/>
                  <a:pt x="26394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2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E808C4-2298-5F4A-97AC-644061D60F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37621" y="4939865"/>
            <a:ext cx="1022304" cy="1022304"/>
          </a:xfrm>
          <a:custGeom>
            <a:avLst/>
            <a:gdLst>
              <a:gd name="connsiteX0" fmla="*/ 170387 w 1022304"/>
              <a:gd name="connsiteY0" fmla="*/ 0 h 1022304"/>
              <a:gd name="connsiteX1" fmla="*/ 851917 w 1022304"/>
              <a:gd name="connsiteY1" fmla="*/ 0 h 1022304"/>
              <a:gd name="connsiteX2" fmla="*/ 1022304 w 1022304"/>
              <a:gd name="connsiteY2" fmla="*/ 170387 h 1022304"/>
              <a:gd name="connsiteX3" fmla="*/ 1022304 w 1022304"/>
              <a:gd name="connsiteY3" fmla="*/ 851917 h 1022304"/>
              <a:gd name="connsiteX4" fmla="*/ 851917 w 1022304"/>
              <a:gd name="connsiteY4" fmla="*/ 1022304 h 1022304"/>
              <a:gd name="connsiteX5" fmla="*/ 170387 w 1022304"/>
              <a:gd name="connsiteY5" fmla="*/ 1022304 h 1022304"/>
              <a:gd name="connsiteX6" fmla="*/ 0 w 1022304"/>
              <a:gd name="connsiteY6" fmla="*/ 851917 h 1022304"/>
              <a:gd name="connsiteX7" fmla="*/ 0 w 1022304"/>
              <a:gd name="connsiteY7" fmla="*/ 170387 h 1022304"/>
              <a:gd name="connsiteX8" fmla="*/ 170387 w 1022304"/>
              <a:gd name="connsiteY8" fmla="*/ 0 h 1022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2304" h="1022304">
                <a:moveTo>
                  <a:pt x="170387" y="0"/>
                </a:moveTo>
                <a:lnTo>
                  <a:pt x="851917" y="0"/>
                </a:lnTo>
                <a:cubicBezTo>
                  <a:pt x="946019" y="0"/>
                  <a:pt x="1022304" y="76285"/>
                  <a:pt x="1022304" y="170387"/>
                </a:cubicBezTo>
                <a:lnTo>
                  <a:pt x="1022304" y="851917"/>
                </a:lnTo>
                <a:cubicBezTo>
                  <a:pt x="1022304" y="946019"/>
                  <a:pt x="946019" y="1022304"/>
                  <a:pt x="851917" y="1022304"/>
                </a:cubicBezTo>
                <a:lnTo>
                  <a:pt x="170387" y="1022304"/>
                </a:lnTo>
                <a:cubicBezTo>
                  <a:pt x="76285" y="1022304"/>
                  <a:pt x="0" y="946019"/>
                  <a:pt x="0" y="851917"/>
                </a:cubicBezTo>
                <a:lnTo>
                  <a:pt x="0" y="170387"/>
                </a:lnTo>
                <a:cubicBezTo>
                  <a:pt x="0" y="76285"/>
                  <a:pt x="76285" y="0"/>
                  <a:pt x="170387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D0CB3DC-8C61-A94D-879C-139F842CB2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37621" y="3582299"/>
            <a:ext cx="1022304" cy="1022304"/>
          </a:xfrm>
          <a:custGeom>
            <a:avLst/>
            <a:gdLst>
              <a:gd name="connsiteX0" fmla="*/ 170387 w 1022304"/>
              <a:gd name="connsiteY0" fmla="*/ 0 h 1022304"/>
              <a:gd name="connsiteX1" fmla="*/ 851917 w 1022304"/>
              <a:gd name="connsiteY1" fmla="*/ 0 h 1022304"/>
              <a:gd name="connsiteX2" fmla="*/ 1022304 w 1022304"/>
              <a:gd name="connsiteY2" fmla="*/ 170387 h 1022304"/>
              <a:gd name="connsiteX3" fmla="*/ 1022304 w 1022304"/>
              <a:gd name="connsiteY3" fmla="*/ 851917 h 1022304"/>
              <a:gd name="connsiteX4" fmla="*/ 851917 w 1022304"/>
              <a:gd name="connsiteY4" fmla="*/ 1022304 h 1022304"/>
              <a:gd name="connsiteX5" fmla="*/ 170387 w 1022304"/>
              <a:gd name="connsiteY5" fmla="*/ 1022304 h 1022304"/>
              <a:gd name="connsiteX6" fmla="*/ 0 w 1022304"/>
              <a:gd name="connsiteY6" fmla="*/ 851917 h 1022304"/>
              <a:gd name="connsiteX7" fmla="*/ 0 w 1022304"/>
              <a:gd name="connsiteY7" fmla="*/ 170387 h 1022304"/>
              <a:gd name="connsiteX8" fmla="*/ 170387 w 1022304"/>
              <a:gd name="connsiteY8" fmla="*/ 0 h 1022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2304" h="1022304">
                <a:moveTo>
                  <a:pt x="170387" y="0"/>
                </a:moveTo>
                <a:lnTo>
                  <a:pt x="851917" y="0"/>
                </a:lnTo>
                <a:cubicBezTo>
                  <a:pt x="946019" y="0"/>
                  <a:pt x="1022304" y="76285"/>
                  <a:pt x="1022304" y="170387"/>
                </a:cubicBezTo>
                <a:lnTo>
                  <a:pt x="1022304" y="851917"/>
                </a:lnTo>
                <a:cubicBezTo>
                  <a:pt x="1022304" y="946019"/>
                  <a:pt x="946019" y="1022304"/>
                  <a:pt x="851917" y="1022304"/>
                </a:cubicBezTo>
                <a:lnTo>
                  <a:pt x="170387" y="1022304"/>
                </a:lnTo>
                <a:cubicBezTo>
                  <a:pt x="76285" y="1022304"/>
                  <a:pt x="0" y="946019"/>
                  <a:pt x="0" y="851917"/>
                </a:cubicBezTo>
                <a:lnTo>
                  <a:pt x="0" y="170387"/>
                </a:lnTo>
                <a:cubicBezTo>
                  <a:pt x="0" y="76285"/>
                  <a:pt x="76285" y="0"/>
                  <a:pt x="170387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A33996-5B70-AE4B-89CA-5D494AB10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09749" y="941294"/>
            <a:ext cx="3506321" cy="4957482"/>
          </a:xfrm>
          <a:custGeom>
            <a:avLst/>
            <a:gdLst>
              <a:gd name="connsiteX0" fmla="*/ 114411 w 3506321"/>
              <a:gd name="connsiteY0" fmla="*/ 0 h 4957482"/>
              <a:gd name="connsiteX1" fmla="*/ 3391910 w 3506321"/>
              <a:gd name="connsiteY1" fmla="*/ 0 h 4957482"/>
              <a:gd name="connsiteX2" fmla="*/ 3506321 w 3506321"/>
              <a:gd name="connsiteY2" fmla="*/ 114411 h 4957482"/>
              <a:gd name="connsiteX3" fmla="*/ 3506321 w 3506321"/>
              <a:gd name="connsiteY3" fmla="*/ 4843071 h 4957482"/>
              <a:gd name="connsiteX4" fmla="*/ 3391910 w 3506321"/>
              <a:gd name="connsiteY4" fmla="*/ 4957482 h 4957482"/>
              <a:gd name="connsiteX5" fmla="*/ 114411 w 3506321"/>
              <a:gd name="connsiteY5" fmla="*/ 4957482 h 4957482"/>
              <a:gd name="connsiteX6" fmla="*/ 0 w 3506321"/>
              <a:gd name="connsiteY6" fmla="*/ 4843071 h 4957482"/>
              <a:gd name="connsiteX7" fmla="*/ 0 w 3506321"/>
              <a:gd name="connsiteY7" fmla="*/ 114411 h 4957482"/>
              <a:gd name="connsiteX8" fmla="*/ 114411 w 3506321"/>
              <a:gd name="connsiteY8" fmla="*/ 0 h 495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6321" h="4957482">
                <a:moveTo>
                  <a:pt x="114411" y="0"/>
                </a:moveTo>
                <a:lnTo>
                  <a:pt x="3391910" y="0"/>
                </a:lnTo>
                <a:cubicBezTo>
                  <a:pt x="3455097" y="0"/>
                  <a:pt x="3506321" y="51224"/>
                  <a:pt x="3506321" y="114411"/>
                </a:cubicBezTo>
                <a:lnTo>
                  <a:pt x="3506321" y="4843071"/>
                </a:lnTo>
                <a:cubicBezTo>
                  <a:pt x="3506321" y="4906258"/>
                  <a:pt x="3455097" y="4957482"/>
                  <a:pt x="3391910" y="4957482"/>
                </a:cubicBezTo>
                <a:lnTo>
                  <a:pt x="114411" y="4957482"/>
                </a:lnTo>
                <a:cubicBezTo>
                  <a:pt x="51224" y="4957482"/>
                  <a:pt x="0" y="4906258"/>
                  <a:pt x="0" y="4843071"/>
                </a:cubicBezTo>
                <a:lnTo>
                  <a:pt x="0" y="114411"/>
                </a:lnTo>
                <a:cubicBezTo>
                  <a:pt x="0" y="51224"/>
                  <a:pt x="51224" y="0"/>
                  <a:pt x="114411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6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9DB3034-ABD1-8F48-A9EA-41E8840EB4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14470" y="1987058"/>
            <a:ext cx="2008095" cy="2008095"/>
          </a:xfrm>
          <a:custGeom>
            <a:avLst/>
            <a:gdLst>
              <a:gd name="connsiteX0" fmla="*/ 334689 w 2008095"/>
              <a:gd name="connsiteY0" fmla="*/ 0 h 2008095"/>
              <a:gd name="connsiteX1" fmla="*/ 1673406 w 2008095"/>
              <a:gd name="connsiteY1" fmla="*/ 0 h 2008095"/>
              <a:gd name="connsiteX2" fmla="*/ 2008095 w 2008095"/>
              <a:gd name="connsiteY2" fmla="*/ 334689 h 2008095"/>
              <a:gd name="connsiteX3" fmla="*/ 2008095 w 2008095"/>
              <a:gd name="connsiteY3" fmla="*/ 1673406 h 2008095"/>
              <a:gd name="connsiteX4" fmla="*/ 1673406 w 2008095"/>
              <a:gd name="connsiteY4" fmla="*/ 2008095 h 2008095"/>
              <a:gd name="connsiteX5" fmla="*/ 334689 w 2008095"/>
              <a:gd name="connsiteY5" fmla="*/ 2008095 h 2008095"/>
              <a:gd name="connsiteX6" fmla="*/ 0 w 2008095"/>
              <a:gd name="connsiteY6" fmla="*/ 1673406 h 2008095"/>
              <a:gd name="connsiteX7" fmla="*/ 0 w 2008095"/>
              <a:gd name="connsiteY7" fmla="*/ 334689 h 2008095"/>
              <a:gd name="connsiteX8" fmla="*/ 334689 w 2008095"/>
              <a:gd name="connsiteY8" fmla="*/ 0 h 2008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08095" h="2008095">
                <a:moveTo>
                  <a:pt x="334689" y="0"/>
                </a:moveTo>
                <a:lnTo>
                  <a:pt x="1673406" y="0"/>
                </a:lnTo>
                <a:cubicBezTo>
                  <a:pt x="1858250" y="0"/>
                  <a:pt x="2008095" y="149845"/>
                  <a:pt x="2008095" y="334689"/>
                </a:cubicBezTo>
                <a:lnTo>
                  <a:pt x="2008095" y="1673406"/>
                </a:lnTo>
                <a:cubicBezTo>
                  <a:pt x="2008095" y="1858250"/>
                  <a:pt x="1858250" y="2008095"/>
                  <a:pt x="1673406" y="2008095"/>
                </a:cubicBezTo>
                <a:lnTo>
                  <a:pt x="334689" y="2008095"/>
                </a:lnTo>
                <a:cubicBezTo>
                  <a:pt x="149845" y="2008095"/>
                  <a:pt x="0" y="1858250"/>
                  <a:pt x="0" y="1673406"/>
                </a:cubicBezTo>
                <a:lnTo>
                  <a:pt x="0" y="334689"/>
                </a:lnTo>
                <a:cubicBezTo>
                  <a:pt x="0" y="149845"/>
                  <a:pt x="149845" y="0"/>
                  <a:pt x="33468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4E8D6F7-DDE0-E140-86BF-3C2680F60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49076" y="1987058"/>
            <a:ext cx="2008095" cy="2008095"/>
          </a:xfrm>
          <a:custGeom>
            <a:avLst/>
            <a:gdLst>
              <a:gd name="connsiteX0" fmla="*/ 334689 w 2008095"/>
              <a:gd name="connsiteY0" fmla="*/ 0 h 2008095"/>
              <a:gd name="connsiteX1" fmla="*/ 1673406 w 2008095"/>
              <a:gd name="connsiteY1" fmla="*/ 0 h 2008095"/>
              <a:gd name="connsiteX2" fmla="*/ 2008095 w 2008095"/>
              <a:gd name="connsiteY2" fmla="*/ 334689 h 2008095"/>
              <a:gd name="connsiteX3" fmla="*/ 2008095 w 2008095"/>
              <a:gd name="connsiteY3" fmla="*/ 1673406 h 2008095"/>
              <a:gd name="connsiteX4" fmla="*/ 1673406 w 2008095"/>
              <a:gd name="connsiteY4" fmla="*/ 2008095 h 2008095"/>
              <a:gd name="connsiteX5" fmla="*/ 334689 w 2008095"/>
              <a:gd name="connsiteY5" fmla="*/ 2008095 h 2008095"/>
              <a:gd name="connsiteX6" fmla="*/ 0 w 2008095"/>
              <a:gd name="connsiteY6" fmla="*/ 1673406 h 2008095"/>
              <a:gd name="connsiteX7" fmla="*/ 0 w 2008095"/>
              <a:gd name="connsiteY7" fmla="*/ 334689 h 2008095"/>
              <a:gd name="connsiteX8" fmla="*/ 334689 w 2008095"/>
              <a:gd name="connsiteY8" fmla="*/ 0 h 2008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08095" h="2008095">
                <a:moveTo>
                  <a:pt x="334689" y="0"/>
                </a:moveTo>
                <a:lnTo>
                  <a:pt x="1673406" y="0"/>
                </a:lnTo>
                <a:cubicBezTo>
                  <a:pt x="1858250" y="0"/>
                  <a:pt x="2008095" y="149845"/>
                  <a:pt x="2008095" y="334689"/>
                </a:cubicBezTo>
                <a:lnTo>
                  <a:pt x="2008095" y="1673406"/>
                </a:lnTo>
                <a:cubicBezTo>
                  <a:pt x="2008095" y="1858250"/>
                  <a:pt x="1858250" y="2008095"/>
                  <a:pt x="1673406" y="2008095"/>
                </a:cubicBezTo>
                <a:lnTo>
                  <a:pt x="334689" y="2008095"/>
                </a:lnTo>
                <a:cubicBezTo>
                  <a:pt x="149845" y="2008095"/>
                  <a:pt x="0" y="1858250"/>
                  <a:pt x="0" y="1673406"/>
                </a:cubicBezTo>
                <a:lnTo>
                  <a:pt x="0" y="334689"/>
                </a:lnTo>
                <a:cubicBezTo>
                  <a:pt x="0" y="149845"/>
                  <a:pt x="149845" y="0"/>
                  <a:pt x="33468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6B22A01-7403-7E45-9734-D745B15966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3681" y="1987058"/>
            <a:ext cx="2008095" cy="2008095"/>
          </a:xfrm>
          <a:custGeom>
            <a:avLst/>
            <a:gdLst>
              <a:gd name="connsiteX0" fmla="*/ 334689 w 2008095"/>
              <a:gd name="connsiteY0" fmla="*/ 0 h 2008095"/>
              <a:gd name="connsiteX1" fmla="*/ 1673406 w 2008095"/>
              <a:gd name="connsiteY1" fmla="*/ 0 h 2008095"/>
              <a:gd name="connsiteX2" fmla="*/ 2008095 w 2008095"/>
              <a:gd name="connsiteY2" fmla="*/ 334689 h 2008095"/>
              <a:gd name="connsiteX3" fmla="*/ 2008095 w 2008095"/>
              <a:gd name="connsiteY3" fmla="*/ 1673406 h 2008095"/>
              <a:gd name="connsiteX4" fmla="*/ 1673406 w 2008095"/>
              <a:gd name="connsiteY4" fmla="*/ 2008095 h 2008095"/>
              <a:gd name="connsiteX5" fmla="*/ 334689 w 2008095"/>
              <a:gd name="connsiteY5" fmla="*/ 2008095 h 2008095"/>
              <a:gd name="connsiteX6" fmla="*/ 0 w 2008095"/>
              <a:gd name="connsiteY6" fmla="*/ 1673406 h 2008095"/>
              <a:gd name="connsiteX7" fmla="*/ 0 w 2008095"/>
              <a:gd name="connsiteY7" fmla="*/ 334689 h 2008095"/>
              <a:gd name="connsiteX8" fmla="*/ 334689 w 2008095"/>
              <a:gd name="connsiteY8" fmla="*/ 0 h 2008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08095" h="2008095">
                <a:moveTo>
                  <a:pt x="334689" y="0"/>
                </a:moveTo>
                <a:lnTo>
                  <a:pt x="1673406" y="0"/>
                </a:lnTo>
                <a:cubicBezTo>
                  <a:pt x="1858250" y="0"/>
                  <a:pt x="2008095" y="149845"/>
                  <a:pt x="2008095" y="334689"/>
                </a:cubicBezTo>
                <a:lnTo>
                  <a:pt x="2008095" y="1673406"/>
                </a:lnTo>
                <a:cubicBezTo>
                  <a:pt x="2008095" y="1858250"/>
                  <a:pt x="1858250" y="2008095"/>
                  <a:pt x="1673406" y="2008095"/>
                </a:cubicBezTo>
                <a:lnTo>
                  <a:pt x="334689" y="2008095"/>
                </a:lnTo>
                <a:cubicBezTo>
                  <a:pt x="149845" y="2008095"/>
                  <a:pt x="0" y="1858250"/>
                  <a:pt x="0" y="1673406"/>
                </a:cubicBezTo>
                <a:lnTo>
                  <a:pt x="0" y="334689"/>
                </a:lnTo>
                <a:cubicBezTo>
                  <a:pt x="0" y="149845"/>
                  <a:pt x="149845" y="0"/>
                  <a:pt x="33468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30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C53781-DB1F-E249-B0B0-419607C3BA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64734" y="0"/>
            <a:ext cx="5397929" cy="6858000"/>
          </a:xfrm>
          <a:custGeom>
            <a:avLst/>
            <a:gdLst>
              <a:gd name="connsiteX0" fmla="*/ 0 w 5397929"/>
              <a:gd name="connsiteY0" fmla="*/ 0 h 6946900"/>
              <a:gd name="connsiteX1" fmla="*/ 5397929 w 5397929"/>
              <a:gd name="connsiteY1" fmla="*/ 0 h 6946900"/>
              <a:gd name="connsiteX2" fmla="*/ 5397929 w 5397929"/>
              <a:gd name="connsiteY2" fmla="*/ 6946900 h 6946900"/>
              <a:gd name="connsiteX3" fmla="*/ 0 w 5397929"/>
              <a:gd name="connsiteY3" fmla="*/ 6946900 h 694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7929" h="6946900">
                <a:moveTo>
                  <a:pt x="0" y="0"/>
                </a:moveTo>
                <a:lnTo>
                  <a:pt x="5397929" y="0"/>
                </a:lnTo>
                <a:lnTo>
                  <a:pt x="5397929" y="6946900"/>
                </a:lnTo>
                <a:lnTo>
                  <a:pt x="0" y="69469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21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9A38E5-BB77-C14B-9AE4-D2E4EF35DB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25822" y="2032390"/>
            <a:ext cx="2226437" cy="2226437"/>
          </a:xfrm>
          <a:custGeom>
            <a:avLst/>
            <a:gdLst>
              <a:gd name="connsiteX0" fmla="*/ 371080 w 2226437"/>
              <a:gd name="connsiteY0" fmla="*/ 0 h 2226437"/>
              <a:gd name="connsiteX1" fmla="*/ 1855357 w 2226437"/>
              <a:gd name="connsiteY1" fmla="*/ 0 h 2226437"/>
              <a:gd name="connsiteX2" fmla="*/ 2226437 w 2226437"/>
              <a:gd name="connsiteY2" fmla="*/ 371080 h 2226437"/>
              <a:gd name="connsiteX3" fmla="*/ 2226437 w 2226437"/>
              <a:gd name="connsiteY3" fmla="*/ 1855357 h 2226437"/>
              <a:gd name="connsiteX4" fmla="*/ 1855357 w 2226437"/>
              <a:gd name="connsiteY4" fmla="*/ 2226437 h 2226437"/>
              <a:gd name="connsiteX5" fmla="*/ 371080 w 2226437"/>
              <a:gd name="connsiteY5" fmla="*/ 2226437 h 2226437"/>
              <a:gd name="connsiteX6" fmla="*/ 0 w 2226437"/>
              <a:gd name="connsiteY6" fmla="*/ 1855357 h 2226437"/>
              <a:gd name="connsiteX7" fmla="*/ 0 w 2226437"/>
              <a:gd name="connsiteY7" fmla="*/ 371080 h 2226437"/>
              <a:gd name="connsiteX8" fmla="*/ 371080 w 2226437"/>
              <a:gd name="connsiteY8" fmla="*/ 0 h 2226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6437" h="2226437">
                <a:moveTo>
                  <a:pt x="371080" y="0"/>
                </a:moveTo>
                <a:lnTo>
                  <a:pt x="1855357" y="0"/>
                </a:lnTo>
                <a:cubicBezTo>
                  <a:pt x="2060299" y="0"/>
                  <a:pt x="2226437" y="166138"/>
                  <a:pt x="2226437" y="371080"/>
                </a:cubicBezTo>
                <a:lnTo>
                  <a:pt x="2226437" y="1855357"/>
                </a:lnTo>
                <a:cubicBezTo>
                  <a:pt x="2226437" y="2060299"/>
                  <a:pt x="2060299" y="2226437"/>
                  <a:pt x="1855357" y="2226437"/>
                </a:cubicBezTo>
                <a:lnTo>
                  <a:pt x="371080" y="2226437"/>
                </a:lnTo>
                <a:cubicBezTo>
                  <a:pt x="166138" y="2226437"/>
                  <a:pt x="0" y="2060299"/>
                  <a:pt x="0" y="1855357"/>
                </a:cubicBezTo>
                <a:lnTo>
                  <a:pt x="0" y="371080"/>
                </a:lnTo>
                <a:cubicBezTo>
                  <a:pt x="0" y="166138"/>
                  <a:pt x="166138" y="0"/>
                  <a:pt x="371080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E3674F-B8EE-7D4F-BF02-4E39FB51B3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47723" y="2032391"/>
            <a:ext cx="2226437" cy="2226437"/>
          </a:xfrm>
          <a:custGeom>
            <a:avLst/>
            <a:gdLst>
              <a:gd name="connsiteX0" fmla="*/ 371080 w 2226437"/>
              <a:gd name="connsiteY0" fmla="*/ 0 h 2226437"/>
              <a:gd name="connsiteX1" fmla="*/ 1855357 w 2226437"/>
              <a:gd name="connsiteY1" fmla="*/ 0 h 2226437"/>
              <a:gd name="connsiteX2" fmla="*/ 2226437 w 2226437"/>
              <a:gd name="connsiteY2" fmla="*/ 371080 h 2226437"/>
              <a:gd name="connsiteX3" fmla="*/ 2226437 w 2226437"/>
              <a:gd name="connsiteY3" fmla="*/ 1855357 h 2226437"/>
              <a:gd name="connsiteX4" fmla="*/ 1855357 w 2226437"/>
              <a:gd name="connsiteY4" fmla="*/ 2226437 h 2226437"/>
              <a:gd name="connsiteX5" fmla="*/ 371080 w 2226437"/>
              <a:gd name="connsiteY5" fmla="*/ 2226437 h 2226437"/>
              <a:gd name="connsiteX6" fmla="*/ 0 w 2226437"/>
              <a:gd name="connsiteY6" fmla="*/ 1855357 h 2226437"/>
              <a:gd name="connsiteX7" fmla="*/ 0 w 2226437"/>
              <a:gd name="connsiteY7" fmla="*/ 371080 h 2226437"/>
              <a:gd name="connsiteX8" fmla="*/ 371080 w 2226437"/>
              <a:gd name="connsiteY8" fmla="*/ 0 h 2226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6437" h="2226437">
                <a:moveTo>
                  <a:pt x="371080" y="0"/>
                </a:moveTo>
                <a:lnTo>
                  <a:pt x="1855357" y="0"/>
                </a:lnTo>
                <a:cubicBezTo>
                  <a:pt x="2060299" y="0"/>
                  <a:pt x="2226437" y="166138"/>
                  <a:pt x="2226437" y="371080"/>
                </a:cubicBezTo>
                <a:lnTo>
                  <a:pt x="2226437" y="1855357"/>
                </a:lnTo>
                <a:cubicBezTo>
                  <a:pt x="2226437" y="2060299"/>
                  <a:pt x="2060299" y="2226437"/>
                  <a:pt x="1855357" y="2226437"/>
                </a:cubicBezTo>
                <a:lnTo>
                  <a:pt x="371080" y="2226437"/>
                </a:lnTo>
                <a:cubicBezTo>
                  <a:pt x="166138" y="2226437"/>
                  <a:pt x="0" y="2060299"/>
                  <a:pt x="0" y="1855357"/>
                </a:cubicBezTo>
                <a:lnTo>
                  <a:pt x="0" y="371080"/>
                </a:lnTo>
                <a:cubicBezTo>
                  <a:pt x="0" y="166138"/>
                  <a:pt x="166138" y="0"/>
                  <a:pt x="371080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A2F892-C51B-AC4F-BA90-8BE1A6889B7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9622" y="2032390"/>
            <a:ext cx="2226437" cy="2226437"/>
          </a:xfrm>
          <a:custGeom>
            <a:avLst/>
            <a:gdLst>
              <a:gd name="connsiteX0" fmla="*/ 371080 w 2226437"/>
              <a:gd name="connsiteY0" fmla="*/ 0 h 2226437"/>
              <a:gd name="connsiteX1" fmla="*/ 1855357 w 2226437"/>
              <a:gd name="connsiteY1" fmla="*/ 0 h 2226437"/>
              <a:gd name="connsiteX2" fmla="*/ 2226437 w 2226437"/>
              <a:gd name="connsiteY2" fmla="*/ 371080 h 2226437"/>
              <a:gd name="connsiteX3" fmla="*/ 2226437 w 2226437"/>
              <a:gd name="connsiteY3" fmla="*/ 1855357 h 2226437"/>
              <a:gd name="connsiteX4" fmla="*/ 1855357 w 2226437"/>
              <a:gd name="connsiteY4" fmla="*/ 2226437 h 2226437"/>
              <a:gd name="connsiteX5" fmla="*/ 371080 w 2226437"/>
              <a:gd name="connsiteY5" fmla="*/ 2226437 h 2226437"/>
              <a:gd name="connsiteX6" fmla="*/ 0 w 2226437"/>
              <a:gd name="connsiteY6" fmla="*/ 1855357 h 2226437"/>
              <a:gd name="connsiteX7" fmla="*/ 0 w 2226437"/>
              <a:gd name="connsiteY7" fmla="*/ 371080 h 2226437"/>
              <a:gd name="connsiteX8" fmla="*/ 371080 w 2226437"/>
              <a:gd name="connsiteY8" fmla="*/ 0 h 2226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6437" h="2226437">
                <a:moveTo>
                  <a:pt x="371080" y="0"/>
                </a:moveTo>
                <a:lnTo>
                  <a:pt x="1855357" y="0"/>
                </a:lnTo>
                <a:cubicBezTo>
                  <a:pt x="2060299" y="0"/>
                  <a:pt x="2226437" y="166138"/>
                  <a:pt x="2226437" y="371080"/>
                </a:cubicBezTo>
                <a:lnTo>
                  <a:pt x="2226437" y="1855357"/>
                </a:lnTo>
                <a:cubicBezTo>
                  <a:pt x="2226437" y="2060299"/>
                  <a:pt x="2060299" y="2226437"/>
                  <a:pt x="1855357" y="2226437"/>
                </a:cubicBezTo>
                <a:lnTo>
                  <a:pt x="371080" y="2226437"/>
                </a:lnTo>
                <a:cubicBezTo>
                  <a:pt x="166138" y="2226437"/>
                  <a:pt x="0" y="2060299"/>
                  <a:pt x="0" y="1855357"/>
                </a:cubicBezTo>
                <a:lnTo>
                  <a:pt x="0" y="371080"/>
                </a:lnTo>
                <a:cubicBezTo>
                  <a:pt x="0" y="166138"/>
                  <a:pt x="166138" y="0"/>
                  <a:pt x="371080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F7A76EA-7842-FC44-80CA-726257B93E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91523" y="2032391"/>
            <a:ext cx="2226437" cy="2226437"/>
          </a:xfrm>
          <a:custGeom>
            <a:avLst/>
            <a:gdLst>
              <a:gd name="connsiteX0" fmla="*/ 371080 w 2226437"/>
              <a:gd name="connsiteY0" fmla="*/ 0 h 2226437"/>
              <a:gd name="connsiteX1" fmla="*/ 1855357 w 2226437"/>
              <a:gd name="connsiteY1" fmla="*/ 0 h 2226437"/>
              <a:gd name="connsiteX2" fmla="*/ 2226437 w 2226437"/>
              <a:gd name="connsiteY2" fmla="*/ 371080 h 2226437"/>
              <a:gd name="connsiteX3" fmla="*/ 2226437 w 2226437"/>
              <a:gd name="connsiteY3" fmla="*/ 1855357 h 2226437"/>
              <a:gd name="connsiteX4" fmla="*/ 1855357 w 2226437"/>
              <a:gd name="connsiteY4" fmla="*/ 2226437 h 2226437"/>
              <a:gd name="connsiteX5" fmla="*/ 371080 w 2226437"/>
              <a:gd name="connsiteY5" fmla="*/ 2226437 h 2226437"/>
              <a:gd name="connsiteX6" fmla="*/ 0 w 2226437"/>
              <a:gd name="connsiteY6" fmla="*/ 1855357 h 2226437"/>
              <a:gd name="connsiteX7" fmla="*/ 0 w 2226437"/>
              <a:gd name="connsiteY7" fmla="*/ 371080 h 2226437"/>
              <a:gd name="connsiteX8" fmla="*/ 371080 w 2226437"/>
              <a:gd name="connsiteY8" fmla="*/ 0 h 2226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6437" h="2226437">
                <a:moveTo>
                  <a:pt x="371080" y="0"/>
                </a:moveTo>
                <a:lnTo>
                  <a:pt x="1855357" y="0"/>
                </a:lnTo>
                <a:cubicBezTo>
                  <a:pt x="2060299" y="0"/>
                  <a:pt x="2226437" y="166138"/>
                  <a:pt x="2226437" y="371080"/>
                </a:cubicBezTo>
                <a:lnTo>
                  <a:pt x="2226437" y="1855357"/>
                </a:lnTo>
                <a:cubicBezTo>
                  <a:pt x="2226437" y="2060299"/>
                  <a:pt x="2060299" y="2226437"/>
                  <a:pt x="1855357" y="2226437"/>
                </a:cubicBezTo>
                <a:lnTo>
                  <a:pt x="371080" y="2226437"/>
                </a:lnTo>
                <a:cubicBezTo>
                  <a:pt x="166138" y="2226437"/>
                  <a:pt x="0" y="2060299"/>
                  <a:pt x="0" y="1855357"/>
                </a:cubicBezTo>
                <a:lnTo>
                  <a:pt x="0" y="371080"/>
                </a:lnTo>
                <a:cubicBezTo>
                  <a:pt x="0" y="166138"/>
                  <a:pt x="166138" y="0"/>
                  <a:pt x="371080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55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C65C945-1409-F84D-B124-200E0966F0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07099" y="882087"/>
            <a:ext cx="2451100" cy="3288173"/>
          </a:xfrm>
          <a:custGeom>
            <a:avLst/>
            <a:gdLst>
              <a:gd name="connsiteX0" fmla="*/ 408525 w 2451100"/>
              <a:gd name="connsiteY0" fmla="*/ 0 h 3288173"/>
              <a:gd name="connsiteX1" fmla="*/ 2042575 w 2451100"/>
              <a:gd name="connsiteY1" fmla="*/ 0 h 3288173"/>
              <a:gd name="connsiteX2" fmla="*/ 2451100 w 2451100"/>
              <a:gd name="connsiteY2" fmla="*/ 408525 h 3288173"/>
              <a:gd name="connsiteX3" fmla="*/ 2451100 w 2451100"/>
              <a:gd name="connsiteY3" fmla="*/ 2879648 h 3288173"/>
              <a:gd name="connsiteX4" fmla="*/ 2042575 w 2451100"/>
              <a:gd name="connsiteY4" fmla="*/ 3288173 h 3288173"/>
              <a:gd name="connsiteX5" fmla="*/ 408525 w 2451100"/>
              <a:gd name="connsiteY5" fmla="*/ 3288173 h 3288173"/>
              <a:gd name="connsiteX6" fmla="*/ 0 w 2451100"/>
              <a:gd name="connsiteY6" fmla="*/ 2879648 h 3288173"/>
              <a:gd name="connsiteX7" fmla="*/ 0 w 2451100"/>
              <a:gd name="connsiteY7" fmla="*/ 408525 h 3288173"/>
              <a:gd name="connsiteX8" fmla="*/ 408525 w 2451100"/>
              <a:gd name="connsiteY8" fmla="*/ 0 h 3288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1100" h="3288173">
                <a:moveTo>
                  <a:pt x="408525" y="0"/>
                </a:moveTo>
                <a:lnTo>
                  <a:pt x="2042575" y="0"/>
                </a:lnTo>
                <a:cubicBezTo>
                  <a:pt x="2268197" y="0"/>
                  <a:pt x="2451100" y="182903"/>
                  <a:pt x="2451100" y="408525"/>
                </a:cubicBezTo>
                <a:lnTo>
                  <a:pt x="2451100" y="2879648"/>
                </a:lnTo>
                <a:cubicBezTo>
                  <a:pt x="2451100" y="3105270"/>
                  <a:pt x="2268197" y="3288173"/>
                  <a:pt x="2042575" y="3288173"/>
                </a:cubicBezTo>
                <a:lnTo>
                  <a:pt x="408525" y="3288173"/>
                </a:lnTo>
                <a:cubicBezTo>
                  <a:pt x="182903" y="3288173"/>
                  <a:pt x="0" y="3105270"/>
                  <a:pt x="0" y="2879648"/>
                </a:cubicBezTo>
                <a:lnTo>
                  <a:pt x="0" y="408525"/>
                </a:lnTo>
                <a:cubicBezTo>
                  <a:pt x="0" y="182903"/>
                  <a:pt x="182903" y="0"/>
                  <a:pt x="408525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44DB4A-12B7-F442-8B23-93800F56059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2355" y="882086"/>
            <a:ext cx="2451100" cy="3288173"/>
          </a:xfrm>
          <a:custGeom>
            <a:avLst/>
            <a:gdLst>
              <a:gd name="connsiteX0" fmla="*/ 408525 w 2451100"/>
              <a:gd name="connsiteY0" fmla="*/ 0 h 3288173"/>
              <a:gd name="connsiteX1" fmla="*/ 2042575 w 2451100"/>
              <a:gd name="connsiteY1" fmla="*/ 0 h 3288173"/>
              <a:gd name="connsiteX2" fmla="*/ 2451100 w 2451100"/>
              <a:gd name="connsiteY2" fmla="*/ 408525 h 3288173"/>
              <a:gd name="connsiteX3" fmla="*/ 2451100 w 2451100"/>
              <a:gd name="connsiteY3" fmla="*/ 2879648 h 3288173"/>
              <a:gd name="connsiteX4" fmla="*/ 2042575 w 2451100"/>
              <a:gd name="connsiteY4" fmla="*/ 3288173 h 3288173"/>
              <a:gd name="connsiteX5" fmla="*/ 408525 w 2451100"/>
              <a:gd name="connsiteY5" fmla="*/ 3288173 h 3288173"/>
              <a:gd name="connsiteX6" fmla="*/ 0 w 2451100"/>
              <a:gd name="connsiteY6" fmla="*/ 2879648 h 3288173"/>
              <a:gd name="connsiteX7" fmla="*/ 0 w 2451100"/>
              <a:gd name="connsiteY7" fmla="*/ 408525 h 3288173"/>
              <a:gd name="connsiteX8" fmla="*/ 408525 w 2451100"/>
              <a:gd name="connsiteY8" fmla="*/ 0 h 3288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51100" h="3288173">
                <a:moveTo>
                  <a:pt x="408525" y="0"/>
                </a:moveTo>
                <a:lnTo>
                  <a:pt x="2042575" y="0"/>
                </a:lnTo>
                <a:cubicBezTo>
                  <a:pt x="2268197" y="0"/>
                  <a:pt x="2451100" y="182903"/>
                  <a:pt x="2451100" y="408525"/>
                </a:cubicBezTo>
                <a:lnTo>
                  <a:pt x="2451100" y="2879648"/>
                </a:lnTo>
                <a:cubicBezTo>
                  <a:pt x="2451100" y="3105270"/>
                  <a:pt x="2268197" y="3288173"/>
                  <a:pt x="2042575" y="3288173"/>
                </a:cubicBezTo>
                <a:lnTo>
                  <a:pt x="408525" y="3288173"/>
                </a:lnTo>
                <a:cubicBezTo>
                  <a:pt x="182903" y="3288173"/>
                  <a:pt x="0" y="3105270"/>
                  <a:pt x="0" y="2879648"/>
                </a:cubicBezTo>
                <a:lnTo>
                  <a:pt x="0" y="408525"/>
                </a:lnTo>
                <a:cubicBezTo>
                  <a:pt x="0" y="182903"/>
                  <a:pt x="182903" y="0"/>
                  <a:pt x="408525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97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65BA7B0-83B5-2544-B9E8-8B68C03395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27740" y="-854931"/>
            <a:ext cx="2175288" cy="4710224"/>
          </a:xfrm>
          <a:custGeom>
            <a:avLst/>
            <a:gdLst>
              <a:gd name="connsiteX0" fmla="*/ 263949 w 2175288"/>
              <a:gd name="connsiteY0" fmla="*/ 0 h 4710224"/>
              <a:gd name="connsiteX1" fmla="*/ 1911339 w 2175288"/>
              <a:gd name="connsiteY1" fmla="*/ 0 h 4710224"/>
              <a:gd name="connsiteX2" fmla="*/ 2175288 w 2175288"/>
              <a:gd name="connsiteY2" fmla="*/ 263949 h 4710224"/>
              <a:gd name="connsiteX3" fmla="*/ 2175288 w 2175288"/>
              <a:gd name="connsiteY3" fmla="*/ 4446275 h 4710224"/>
              <a:gd name="connsiteX4" fmla="*/ 1911339 w 2175288"/>
              <a:gd name="connsiteY4" fmla="*/ 4710224 h 4710224"/>
              <a:gd name="connsiteX5" fmla="*/ 263949 w 2175288"/>
              <a:gd name="connsiteY5" fmla="*/ 4710224 h 4710224"/>
              <a:gd name="connsiteX6" fmla="*/ 0 w 2175288"/>
              <a:gd name="connsiteY6" fmla="*/ 4446275 h 4710224"/>
              <a:gd name="connsiteX7" fmla="*/ 0 w 2175288"/>
              <a:gd name="connsiteY7" fmla="*/ 263949 h 4710224"/>
              <a:gd name="connsiteX8" fmla="*/ 263949 w 2175288"/>
              <a:gd name="connsiteY8" fmla="*/ 0 h 471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5288" h="4710224">
                <a:moveTo>
                  <a:pt x="263949" y="0"/>
                </a:moveTo>
                <a:lnTo>
                  <a:pt x="1911339" y="0"/>
                </a:lnTo>
                <a:cubicBezTo>
                  <a:pt x="2057114" y="0"/>
                  <a:pt x="2175288" y="118174"/>
                  <a:pt x="2175288" y="263949"/>
                </a:cubicBezTo>
                <a:lnTo>
                  <a:pt x="2175288" y="4446275"/>
                </a:lnTo>
                <a:cubicBezTo>
                  <a:pt x="2175288" y="4592050"/>
                  <a:pt x="2057114" y="4710224"/>
                  <a:pt x="1911339" y="4710224"/>
                </a:cubicBezTo>
                <a:lnTo>
                  <a:pt x="263949" y="4710224"/>
                </a:lnTo>
                <a:cubicBezTo>
                  <a:pt x="118174" y="4710224"/>
                  <a:pt x="0" y="4592050"/>
                  <a:pt x="0" y="4446275"/>
                </a:cubicBezTo>
                <a:lnTo>
                  <a:pt x="0" y="263949"/>
                </a:lnTo>
                <a:cubicBezTo>
                  <a:pt x="0" y="118174"/>
                  <a:pt x="118174" y="0"/>
                  <a:pt x="26394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FF48B7B-EBA9-FC47-94D5-6955BC1FE9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95128" y="1068564"/>
            <a:ext cx="2175288" cy="4710224"/>
          </a:xfrm>
          <a:custGeom>
            <a:avLst/>
            <a:gdLst>
              <a:gd name="connsiteX0" fmla="*/ 263949 w 2175288"/>
              <a:gd name="connsiteY0" fmla="*/ 0 h 4710224"/>
              <a:gd name="connsiteX1" fmla="*/ 1911339 w 2175288"/>
              <a:gd name="connsiteY1" fmla="*/ 0 h 4710224"/>
              <a:gd name="connsiteX2" fmla="*/ 2175288 w 2175288"/>
              <a:gd name="connsiteY2" fmla="*/ 263949 h 4710224"/>
              <a:gd name="connsiteX3" fmla="*/ 2175288 w 2175288"/>
              <a:gd name="connsiteY3" fmla="*/ 4446275 h 4710224"/>
              <a:gd name="connsiteX4" fmla="*/ 1911339 w 2175288"/>
              <a:gd name="connsiteY4" fmla="*/ 4710224 h 4710224"/>
              <a:gd name="connsiteX5" fmla="*/ 263949 w 2175288"/>
              <a:gd name="connsiteY5" fmla="*/ 4710224 h 4710224"/>
              <a:gd name="connsiteX6" fmla="*/ 0 w 2175288"/>
              <a:gd name="connsiteY6" fmla="*/ 4446275 h 4710224"/>
              <a:gd name="connsiteX7" fmla="*/ 0 w 2175288"/>
              <a:gd name="connsiteY7" fmla="*/ 263949 h 4710224"/>
              <a:gd name="connsiteX8" fmla="*/ 263949 w 2175288"/>
              <a:gd name="connsiteY8" fmla="*/ 0 h 471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5288" h="4710224">
                <a:moveTo>
                  <a:pt x="263949" y="0"/>
                </a:moveTo>
                <a:lnTo>
                  <a:pt x="1911339" y="0"/>
                </a:lnTo>
                <a:cubicBezTo>
                  <a:pt x="2057114" y="0"/>
                  <a:pt x="2175288" y="118174"/>
                  <a:pt x="2175288" y="263949"/>
                </a:cubicBezTo>
                <a:lnTo>
                  <a:pt x="2175288" y="4446275"/>
                </a:lnTo>
                <a:cubicBezTo>
                  <a:pt x="2175288" y="4592050"/>
                  <a:pt x="2057114" y="4710224"/>
                  <a:pt x="1911339" y="4710224"/>
                </a:cubicBezTo>
                <a:lnTo>
                  <a:pt x="263949" y="4710224"/>
                </a:lnTo>
                <a:cubicBezTo>
                  <a:pt x="118174" y="4710224"/>
                  <a:pt x="0" y="4592050"/>
                  <a:pt x="0" y="4446275"/>
                </a:cubicBezTo>
                <a:lnTo>
                  <a:pt x="0" y="263949"/>
                </a:lnTo>
                <a:cubicBezTo>
                  <a:pt x="0" y="118174"/>
                  <a:pt x="118174" y="0"/>
                  <a:pt x="26394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820910C-14DD-0D4C-9926-CBFD3EBE8F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7740" y="4259999"/>
            <a:ext cx="2175288" cy="4710224"/>
          </a:xfrm>
          <a:custGeom>
            <a:avLst/>
            <a:gdLst>
              <a:gd name="connsiteX0" fmla="*/ 263949 w 2175288"/>
              <a:gd name="connsiteY0" fmla="*/ 0 h 4710224"/>
              <a:gd name="connsiteX1" fmla="*/ 1911339 w 2175288"/>
              <a:gd name="connsiteY1" fmla="*/ 0 h 4710224"/>
              <a:gd name="connsiteX2" fmla="*/ 2175288 w 2175288"/>
              <a:gd name="connsiteY2" fmla="*/ 263949 h 4710224"/>
              <a:gd name="connsiteX3" fmla="*/ 2175288 w 2175288"/>
              <a:gd name="connsiteY3" fmla="*/ 4446275 h 4710224"/>
              <a:gd name="connsiteX4" fmla="*/ 1911339 w 2175288"/>
              <a:gd name="connsiteY4" fmla="*/ 4710224 h 4710224"/>
              <a:gd name="connsiteX5" fmla="*/ 263949 w 2175288"/>
              <a:gd name="connsiteY5" fmla="*/ 4710224 h 4710224"/>
              <a:gd name="connsiteX6" fmla="*/ 0 w 2175288"/>
              <a:gd name="connsiteY6" fmla="*/ 4446275 h 4710224"/>
              <a:gd name="connsiteX7" fmla="*/ 0 w 2175288"/>
              <a:gd name="connsiteY7" fmla="*/ 263949 h 4710224"/>
              <a:gd name="connsiteX8" fmla="*/ 263949 w 2175288"/>
              <a:gd name="connsiteY8" fmla="*/ 0 h 471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5288" h="4710224">
                <a:moveTo>
                  <a:pt x="263949" y="0"/>
                </a:moveTo>
                <a:lnTo>
                  <a:pt x="1911339" y="0"/>
                </a:lnTo>
                <a:cubicBezTo>
                  <a:pt x="2057114" y="0"/>
                  <a:pt x="2175288" y="118174"/>
                  <a:pt x="2175288" y="263949"/>
                </a:cubicBezTo>
                <a:lnTo>
                  <a:pt x="2175288" y="4446275"/>
                </a:lnTo>
                <a:cubicBezTo>
                  <a:pt x="2175288" y="4592050"/>
                  <a:pt x="2057114" y="4710224"/>
                  <a:pt x="1911339" y="4710224"/>
                </a:cubicBezTo>
                <a:lnTo>
                  <a:pt x="263949" y="4710224"/>
                </a:lnTo>
                <a:cubicBezTo>
                  <a:pt x="118174" y="4710224"/>
                  <a:pt x="0" y="4592050"/>
                  <a:pt x="0" y="4446275"/>
                </a:cubicBezTo>
                <a:lnTo>
                  <a:pt x="0" y="263949"/>
                </a:lnTo>
                <a:cubicBezTo>
                  <a:pt x="0" y="118174"/>
                  <a:pt x="118174" y="0"/>
                  <a:pt x="26394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DBF46B1-6DDD-2F40-859E-2E6263798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1845" y="811969"/>
            <a:ext cx="1054100" cy="1054100"/>
          </a:xfrm>
          <a:custGeom>
            <a:avLst/>
            <a:gdLst>
              <a:gd name="connsiteX0" fmla="*/ 527050 w 1054100"/>
              <a:gd name="connsiteY0" fmla="*/ 0 h 1054100"/>
              <a:gd name="connsiteX1" fmla="*/ 1054100 w 1054100"/>
              <a:gd name="connsiteY1" fmla="*/ 527050 h 1054100"/>
              <a:gd name="connsiteX2" fmla="*/ 527050 w 1054100"/>
              <a:gd name="connsiteY2" fmla="*/ 1054100 h 1054100"/>
              <a:gd name="connsiteX3" fmla="*/ 0 w 1054100"/>
              <a:gd name="connsiteY3" fmla="*/ 527050 h 1054100"/>
              <a:gd name="connsiteX4" fmla="*/ 527050 w 1054100"/>
              <a:gd name="connsiteY4" fmla="*/ 0 h 105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100" h="1054100">
                <a:moveTo>
                  <a:pt x="527050" y="0"/>
                </a:moveTo>
                <a:cubicBezTo>
                  <a:pt x="818132" y="0"/>
                  <a:pt x="1054100" y="235968"/>
                  <a:pt x="1054100" y="527050"/>
                </a:cubicBezTo>
                <a:cubicBezTo>
                  <a:pt x="1054100" y="818132"/>
                  <a:pt x="818132" y="1054100"/>
                  <a:pt x="527050" y="1054100"/>
                </a:cubicBezTo>
                <a:cubicBezTo>
                  <a:pt x="235968" y="1054100"/>
                  <a:pt x="0" y="818132"/>
                  <a:pt x="0" y="527050"/>
                </a:cubicBezTo>
                <a:cubicBezTo>
                  <a:pt x="0" y="235968"/>
                  <a:pt x="235968" y="0"/>
                  <a:pt x="527050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F03BD10-4E56-F34B-B660-F0396BA279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845" y="2901951"/>
            <a:ext cx="1054100" cy="1054100"/>
          </a:xfrm>
          <a:custGeom>
            <a:avLst/>
            <a:gdLst>
              <a:gd name="connsiteX0" fmla="*/ 527050 w 1054100"/>
              <a:gd name="connsiteY0" fmla="*/ 0 h 1054100"/>
              <a:gd name="connsiteX1" fmla="*/ 1054100 w 1054100"/>
              <a:gd name="connsiteY1" fmla="*/ 527050 h 1054100"/>
              <a:gd name="connsiteX2" fmla="*/ 527050 w 1054100"/>
              <a:gd name="connsiteY2" fmla="*/ 1054100 h 1054100"/>
              <a:gd name="connsiteX3" fmla="*/ 0 w 1054100"/>
              <a:gd name="connsiteY3" fmla="*/ 527050 h 1054100"/>
              <a:gd name="connsiteX4" fmla="*/ 527050 w 1054100"/>
              <a:gd name="connsiteY4" fmla="*/ 0 h 105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100" h="1054100">
                <a:moveTo>
                  <a:pt x="527050" y="0"/>
                </a:moveTo>
                <a:cubicBezTo>
                  <a:pt x="818132" y="0"/>
                  <a:pt x="1054100" y="235968"/>
                  <a:pt x="1054100" y="527050"/>
                </a:cubicBezTo>
                <a:cubicBezTo>
                  <a:pt x="1054100" y="818132"/>
                  <a:pt x="818132" y="1054100"/>
                  <a:pt x="527050" y="1054100"/>
                </a:cubicBezTo>
                <a:cubicBezTo>
                  <a:pt x="235968" y="1054100"/>
                  <a:pt x="0" y="818132"/>
                  <a:pt x="0" y="527050"/>
                </a:cubicBezTo>
                <a:cubicBezTo>
                  <a:pt x="0" y="235968"/>
                  <a:pt x="235968" y="0"/>
                  <a:pt x="527050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9E93811-77D4-4746-858F-DD51578607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51845" y="4991932"/>
            <a:ext cx="1054100" cy="1054100"/>
          </a:xfrm>
          <a:custGeom>
            <a:avLst/>
            <a:gdLst>
              <a:gd name="connsiteX0" fmla="*/ 527050 w 1054100"/>
              <a:gd name="connsiteY0" fmla="*/ 0 h 1054100"/>
              <a:gd name="connsiteX1" fmla="*/ 1054100 w 1054100"/>
              <a:gd name="connsiteY1" fmla="*/ 527050 h 1054100"/>
              <a:gd name="connsiteX2" fmla="*/ 527050 w 1054100"/>
              <a:gd name="connsiteY2" fmla="*/ 1054100 h 1054100"/>
              <a:gd name="connsiteX3" fmla="*/ 0 w 1054100"/>
              <a:gd name="connsiteY3" fmla="*/ 527050 h 1054100"/>
              <a:gd name="connsiteX4" fmla="*/ 527050 w 1054100"/>
              <a:gd name="connsiteY4" fmla="*/ 0 h 105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4100" h="1054100">
                <a:moveTo>
                  <a:pt x="527050" y="0"/>
                </a:moveTo>
                <a:cubicBezTo>
                  <a:pt x="818132" y="0"/>
                  <a:pt x="1054100" y="235968"/>
                  <a:pt x="1054100" y="527050"/>
                </a:cubicBezTo>
                <a:cubicBezTo>
                  <a:pt x="1054100" y="818132"/>
                  <a:pt x="818132" y="1054100"/>
                  <a:pt x="527050" y="1054100"/>
                </a:cubicBezTo>
                <a:cubicBezTo>
                  <a:pt x="235968" y="1054100"/>
                  <a:pt x="0" y="818132"/>
                  <a:pt x="0" y="527050"/>
                </a:cubicBezTo>
                <a:cubicBezTo>
                  <a:pt x="0" y="235968"/>
                  <a:pt x="235968" y="0"/>
                  <a:pt x="527050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31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4D4E44A-8AA3-4B49-BE2F-42A4BC6999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40449" y="1427869"/>
            <a:ext cx="6087293" cy="3778320"/>
          </a:xfrm>
          <a:custGeom>
            <a:avLst/>
            <a:gdLst>
              <a:gd name="connsiteX0" fmla="*/ 0 w 6087293"/>
              <a:gd name="connsiteY0" fmla="*/ 0 h 3778320"/>
              <a:gd name="connsiteX1" fmla="*/ 6087293 w 6087293"/>
              <a:gd name="connsiteY1" fmla="*/ 0 h 3778320"/>
              <a:gd name="connsiteX2" fmla="*/ 6087293 w 6087293"/>
              <a:gd name="connsiteY2" fmla="*/ 3778320 h 3778320"/>
              <a:gd name="connsiteX3" fmla="*/ 0 w 6087293"/>
              <a:gd name="connsiteY3" fmla="*/ 3778320 h 377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7293" h="3778320">
                <a:moveTo>
                  <a:pt x="0" y="0"/>
                </a:moveTo>
                <a:lnTo>
                  <a:pt x="6087293" y="0"/>
                </a:lnTo>
                <a:lnTo>
                  <a:pt x="6087293" y="3778320"/>
                </a:lnTo>
                <a:lnTo>
                  <a:pt x="0" y="3778320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24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2CD11F8-C74B-6B4F-B8D7-4423CEF53C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504389" y="1421568"/>
            <a:ext cx="1813065" cy="3924702"/>
          </a:xfrm>
          <a:prstGeom prst="roundRect">
            <a:avLst/>
          </a:pr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62BA21-922C-E14E-BD8B-05DA6E0616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49603" y="1421568"/>
            <a:ext cx="1813065" cy="3924702"/>
          </a:xfrm>
          <a:prstGeom prst="roundRect">
            <a:avLst/>
          </a:pr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00924EE-293D-4C43-BA61-780B8AF42C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70851" y="1217613"/>
            <a:ext cx="1995487" cy="4319587"/>
          </a:xfrm>
          <a:custGeom>
            <a:avLst/>
            <a:gdLst>
              <a:gd name="connsiteX0" fmla="*/ 0 w 1995487"/>
              <a:gd name="connsiteY0" fmla="*/ 0 h 4319587"/>
              <a:gd name="connsiteX1" fmla="*/ 1995487 w 1995487"/>
              <a:gd name="connsiteY1" fmla="*/ 0 h 4319587"/>
              <a:gd name="connsiteX2" fmla="*/ 1995487 w 1995487"/>
              <a:gd name="connsiteY2" fmla="*/ 4319587 h 4319587"/>
              <a:gd name="connsiteX3" fmla="*/ 0 w 1995487"/>
              <a:gd name="connsiteY3" fmla="*/ 4319587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5487" h="4319587">
                <a:moveTo>
                  <a:pt x="0" y="0"/>
                </a:moveTo>
                <a:lnTo>
                  <a:pt x="1995487" y="0"/>
                </a:lnTo>
                <a:lnTo>
                  <a:pt x="1995487" y="4319587"/>
                </a:lnTo>
                <a:lnTo>
                  <a:pt x="0" y="4319587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638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0E15FBC-0C68-9D45-B06F-F91E166CA9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567" y="1148696"/>
            <a:ext cx="2029199" cy="4392563"/>
          </a:xfrm>
          <a:custGeom>
            <a:avLst/>
            <a:gdLst>
              <a:gd name="connsiteX0" fmla="*/ 191110 w 2029199"/>
              <a:gd name="connsiteY0" fmla="*/ 0 h 4392563"/>
              <a:gd name="connsiteX1" fmla="*/ 1838089 w 2029199"/>
              <a:gd name="connsiteY1" fmla="*/ 0 h 4392563"/>
              <a:gd name="connsiteX2" fmla="*/ 2029199 w 2029199"/>
              <a:gd name="connsiteY2" fmla="*/ 191110 h 4392563"/>
              <a:gd name="connsiteX3" fmla="*/ 2029199 w 2029199"/>
              <a:gd name="connsiteY3" fmla="*/ 4201453 h 4392563"/>
              <a:gd name="connsiteX4" fmla="*/ 1838089 w 2029199"/>
              <a:gd name="connsiteY4" fmla="*/ 4392563 h 4392563"/>
              <a:gd name="connsiteX5" fmla="*/ 191110 w 2029199"/>
              <a:gd name="connsiteY5" fmla="*/ 4392563 h 4392563"/>
              <a:gd name="connsiteX6" fmla="*/ 0 w 2029199"/>
              <a:gd name="connsiteY6" fmla="*/ 4201453 h 4392563"/>
              <a:gd name="connsiteX7" fmla="*/ 0 w 2029199"/>
              <a:gd name="connsiteY7" fmla="*/ 191110 h 4392563"/>
              <a:gd name="connsiteX8" fmla="*/ 191110 w 2029199"/>
              <a:gd name="connsiteY8" fmla="*/ 0 h 439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9199" h="4392563">
                <a:moveTo>
                  <a:pt x="191110" y="0"/>
                </a:moveTo>
                <a:lnTo>
                  <a:pt x="1838089" y="0"/>
                </a:lnTo>
                <a:cubicBezTo>
                  <a:pt x="1943636" y="0"/>
                  <a:pt x="2029199" y="85563"/>
                  <a:pt x="2029199" y="191110"/>
                </a:cubicBezTo>
                <a:lnTo>
                  <a:pt x="2029199" y="4201453"/>
                </a:lnTo>
                <a:cubicBezTo>
                  <a:pt x="2029199" y="4307000"/>
                  <a:pt x="1943636" y="4392563"/>
                  <a:pt x="1838089" y="4392563"/>
                </a:cubicBezTo>
                <a:lnTo>
                  <a:pt x="191110" y="4392563"/>
                </a:lnTo>
                <a:cubicBezTo>
                  <a:pt x="85563" y="4392563"/>
                  <a:pt x="0" y="4307000"/>
                  <a:pt x="0" y="4201453"/>
                </a:cubicBezTo>
                <a:lnTo>
                  <a:pt x="0" y="191110"/>
                </a:lnTo>
                <a:cubicBezTo>
                  <a:pt x="0" y="85563"/>
                  <a:pt x="85563" y="0"/>
                  <a:pt x="191110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3DCF26-8C25-BA4A-B551-0FCC6798E9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47247" y="1074587"/>
            <a:ext cx="2158342" cy="4672117"/>
          </a:xfrm>
          <a:custGeom>
            <a:avLst/>
            <a:gdLst>
              <a:gd name="connsiteX0" fmla="*/ 203273 w 2158342"/>
              <a:gd name="connsiteY0" fmla="*/ 0 h 4672117"/>
              <a:gd name="connsiteX1" fmla="*/ 1955069 w 2158342"/>
              <a:gd name="connsiteY1" fmla="*/ 0 h 4672117"/>
              <a:gd name="connsiteX2" fmla="*/ 2158342 w 2158342"/>
              <a:gd name="connsiteY2" fmla="*/ 203273 h 4672117"/>
              <a:gd name="connsiteX3" fmla="*/ 2158342 w 2158342"/>
              <a:gd name="connsiteY3" fmla="*/ 4468844 h 4672117"/>
              <a:gd name="connsiteX4" fmla="*/ 1955069 w 2158342"/>
              <a:gd name="connsiteY4" fmla="*/ 4672117 h 4672117"/>
              <a:gd name="connsiteX5" fmla="*/ 203273 w 2158342"/>
              <a:gd name="connsiteY5" fmla="*/ 4672117 h 4672117"/>
              <a:gd name="connsiteX6" fmla="*/ 0 w 2158342"/>
              <a:gd name="connsiteY6" fmla="*/ 4468844 h 4672117"/>
              <a:gd name="connsiteX7" fmla="*/ 0 w 2158342"/>
              <a:gd name="connsiteY7" fmla="*/ 203273 h 4672117"/>
              <a:gd name="connsiteX8" fmla="*/ 203273 w 2158342"/>
              <a:gd name="connsiteY8" fmla="*/ 0 h 46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342" h="4672117">
                <a:moveTo>
                  <a:pt x="203273" y="0"/>
                </a:moveTo>
                <a:lnTo>
                  <a:pt x="1955069" y="0"/>
                </a:lnTo>
                <a:cubicBezTo>
                  <a:pt x="2067334" y="0"/>
                  <a:pt x="2158342" y="91008"/>
                  <a:pt x="2158342" y="203273"/>
                </a:cubicBezTo>
                <a:lnTo>
                  <a:pt x="2158342" y="4468844"/>
                </a:lnTo>
                <a:cubicBezTo>
                  <a:pt x="2158342" y="4581109"/>
                  <a:pt x="2067334" y="4672117"/>
                  <a:pt x="1955069" y="4672117"/>
                </a:cubicBezTo>
                <a:lnTo>
                  <a:pt x="203273" y="4672117"/>
                </a:lnTo>
                <a:cubicBezTo>
                  <a:pt x="91008" y="4672117"/>
                  <a:pt x="0" y="4581109"/>
                  <a:pt x="0" y="4468844"/>
                </a:cubicBezTo>
                <a:lnTo>
                  <a:pt x="0" y="203273"/>
                </a:lnTo>
                <a:cubicBezTo>
                  <a:pt x="0" y="91008"/>
                  <a:pt x="91008" y="0"/>
                  <a:pt x="203273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79FB9B-8F25-C74A-8D86-4EFA067C55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41944" y="800451"/>
            <a:ext cx="4326718" cy="2570070"/>
          </a:xfrm>
          <a:custGeom>
            <a:avLst/>
            <a:gdLst>
              <a:gd name="connsiteX0" fmla="*/ 0 w 4326718"/>
              <a:gd name="connsiteY0" fmla="*/ 0 h 2570070"/>
              <a:gd name="connsiteX1" fmla="*/ 4326718 w 4326718"/>
              <a:gd name="connsiteY1" fmla="*/ 0 h 2570070"/>
              <a:gd name="connsiteX2" fmla="*/ 4326718 w 4326718"/>
              <a:gd name="connsiteY2" fmla="*/ 2570070 h 2570070"/>
              <a:gd name="connsiteX3" fmla="*/ 0 w 4326718"/>
              <a:gd name="connsiteY3" fmla="*/ 2570070 h 2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6718" h="2570070">
                <a:moveTo>
                  <a:pt x="0" y="0"/>
                </a:moveTo>
                <a:lnTo>
                  <a:pt x="4326718" y="0"/>
                </a:lnTo>
                <a:lnTo>
                  <a:pt x="4326718" y="2570070"/>
                </a:lnTo>
                <a:lnTo>
                  <a:pt x="0" y="2570070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6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A38CBCC-6BDA-E943-9C6C-13ED05B171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3136" y="1590074"/>
            <a:ext cx="4079842" cy="3368642"/>
          </a:xfrm>
          <a:custGeom>
            <a:avLst/>
            <a:gdLst>
              <a:gd name="connsiteX0" fmla="*/ 2548121 w 4079842"/>
              <a:gd name="connsiteY0" fmla="*/ 0 h 3368642"/>
              <a:gd name="connsiteX1" fmla="*/ 4079842 w 4079842"/>
              <a:gd name="connsiteY1" fmla="*/ 658211 h 3368642"/>
              <a:gd name="connsiteX2" fmla="*/ 1601749 w 4079842"/>
              <a:gd name="connsiteY2" fmla="*/ 3368642 h 3368642"/>
              <a:gd name="connsiteX3" fmla="*/ 0 w 4079842"/>
              <a:gd name="connsiteY3" fmla="*/ 2390241 h 3368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9842" h="3368642">
                <a:moveTo>
                  <a:pt x="2548121" y="0"/>
                </a:moveTo>
                <a:lnTo>
                  <a:pt x="4079842" y="658211"/>
                </a:lnTo>
                <a:lnTo>
                  <a:pt x="1601749" y="3368642"/>
                </a:lnTo>
                <a:lnTo>
                  <a:pt x="0" y="2390241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12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D95E70D-E8A6-244F-9DA9-C38299D80D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0477" y="2263961"/>
            <a:ext cx="3440854" cy="2113280"/>
          </a:xfrm>
          <a:custGeom>
            <a:avLst/>
            <a:gdLst>
              <a:gd name="connsiteX0" fmla="*/ 0 w 3440854"/>
              <a:gd name="connsiteY0" fmla="*/ 0 h 2113280"/>
              <a:gd name="connsiteX1" fmla="*/ 3440854 w 3440854"/>
              <a:gd name="connsiteY1" fmla="*/ 0 h 2113280"/>
              <a:gd name="connsiteX2" fmla="*/ 3440854 w 3440854"/>
              <a:gd name="connsiteY2" fmla="*/ 2113280 h 2113280"/>
              <a:gd name="connsiteX3" fmla="*/ 0 w 3440854"/>
              <a:gd name="connsiteY3" fmla="*/ 2113280 h 211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0854" h="2113280">
                <a:moveTo>
                  <a:pt x="0" y="0"/>
                </a:moveTo>
                <a:lnTo>
                  <a:pt x="3440854" y="0"/>
                </a:lnTo>
                <a:lnTo>
                  <a:pt x="3440854" y="2113280"/>
                </a:lnTo>
                <a:lnTo>
                  <a:pt x="0" y="2113280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AA0DB72-E748-B14F-BBF8-8497D3DC0D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63946" y="3537355"/>
            <a:ext cx="704427" cy="1510449"/>
          </a:xfrm>
          <a:custGeom>
            <a:avLst/>
            <a:gdLst>
              <a:gd name="connsiteX0" fmla="*/ 56875 w 704427"/>
              <a:gd name="connsiteY0" fmla="*/ 0 h 1510449"/>
              <a:gd name="connsiteX1" fmla="*/ 647552 w 704427"/>
              <a:gd name="connsiteY1" fmla="*/ 0 h 1510449"/>
              <a:gd name="connsiteX2" fmla="*/ 704427 w 704427"/>
              <a:gd name="connsiteY2" fmla="*/ 56875 h 1510449"/>
              <a:gd name="connsiteX3" fmla="*/ 704427 w 704427"/>
              <a:gd name="connsiteY3" fmla="*/ 1453574 h 1510449"/>
              <a:gd name="connsiteX4" fmla="*/ 647552 w 704427"/>
              <a:gd name="connsiteY4" fmla="*/ 1510449 h 1510449"/>
              <a:gd name="connsiteX5" fmla="*/ 56875 w 704427"/>
              <a:gd name="connsiteY5" fmla="*/ 1510449 h 1510449"/>
              <a:gd name="connsiteX6" fmla="*/ 0 w 704427"/>
              <a:gd name="connsiteY6" fmla="*/ 1453574 h 1510449"/>
              <a:gd name="connsiteX7" fmla="*/ 0 w 704427"/>
              <a:gd name="connsiteY7" fmla="*/ 56875 h 1510449"/>
              <a:gd name="connsiteX8" fmla="*/ 56875 w 704427"/>
              <a:gd name="connsiteY8" fmla="*/ 0 h 151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4427" h="1510449">
                <a:moveTo>
                  <a:pt x="56875" y="0"/>
                </a:moveTo>
                <a:lnTo>
                  <a:pt x="647552" y="0"/>
                </a:lnTo>
                <a:cubicBezTo>
                  <a:pt x="678963" y="0"/>
                  <a:pt x="704427" y="25464"/>
                  <a:pt x="704427" y="56875"/>
                </a:cubicBezTo>
                <a:lnTo>
                  <a:pt x="704427" y="1453574"/>
                </a:lnTo>
                <a:cubicBezTo>
                  <a:pt x="704427" y="1484985"/>
                  <a:pt x="678963" y="1510449"/>
                  <a:pt x="647552" y="1510449"/>
                </a:cubicBezTo>
                <a:lnTo>
                  <a:pt x="56875" y="1510449"/>
                </a:lnTo>
                <a:cubicBezTo>
                  <a:pt x="25464" y="1510449"/>
                  <a:pt x="0" y="1484985"/>
                  <a:pt x="0" y="1453574"/>
                </a:cubicBezTo>
                <a:lnTo>
                  <a:pt x="0" y="56875"/>
                </a:lnTo>
                <a:cubicBezTo>
                  <a:pt x="0" y="25464"/>
                  <a:pt x="25464" y="0"/>
                  <a:pt x="56875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718FB30-223B-C745-A7D5-1748523702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9368" y="3393246"/>
            <a:ext cx="2392150" cy="1687068"/>
          </a:xfrm>
          <a:custGeom>
            <a:avLst/>
            <a:gdLst>
              <a:gd name="connsiteX0" fmla="*/ 38887 w 2392150"/>
              <a:gd name="connsiteY0" fmla="*/ 0 h 1687068"/>
              <a:gd name="connsiteX1" fmla="*/ 2353263 w 2392150"/>
              <a:gd name="connsiteY1" fmla="*/ 0 h 1687068"/>
              <a:gd name="connsiteX2" fmla="*/ 2392150 w 2392150"/>
              <a:gd name="connsiteY2" fmla="*/ 38887 h 1687068"/>
              <a:gd name="connsiteX3" fmla="*/ 2392150 w 2392150"/>
              <a:gd name="connsiteY3" fmla="*/ 1648181 h 1687068"/>
              <a:gd name="connsiteX4" fmla="*/ 2353263 w 2392150"/>
              <a:gd name="connsiteY4" fmla="*/ 1687068 h 1687068"/>
              <a:gd name="connsiteX5" fmla="*/ 38887 w 2392150"/>
              <a:gd name="connsiteY5" fmla="*/ 1687068 h 1687068"/>
              <a:gd name="connsiteX6" fmla="*/ 0 w 2392150"/>
              <a:gd name="connsiteY6" fmla="*/ 1648181 h 1687068"/>
              <a:gd name="connsiteX7" fmla="*/ 0 w 2392150"/>
              <a:gd name="connsiteY7" fmla="*/ 38887 h 1687068"/>
              <a:gd name="connsiteX8" fmla="*/ 38887 w 2392150"/>
              <a:gd name="connsiteY8" fmla="*/ 0 h 1687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2150" h="1687068">
                <a:moveTo>
                  <a:pt x="38887" y="0"/>
                </a:moveTo>
                <a:lnTo>
                  <a:pt x="2353263" y="0"/>
                </a:lnTo>
                <a:cubicBezTo>
                  <a:pt x="2374740" y="0"/>
                  <a:pt x="2392150" y="17410"/>
                  <a:pt x="2392150" y="38887"/>
                </a:cubicBezTo>
                <a:lnTo>
                  <a:pt x="2392150" y="1648181"/>
                </a:lnTo>
                <a:cubicBezTo>
                  <a:pt x="2392150" y="1669658"/>
                  <a:pt x="2374740" y="1687068"/>
                  <a:pt x="2353263" y="1687068"/>
                </a:cubicBezTo>
                <a:lnTo>
                  <a:pt x="38887" y="1687068"/>
                </a:lnTo>
                <a:cubicBezTo>
                  <a:pt x="17410" y="1687068"/>
                  <a:pt x="0" y="1669658"/>
                  <a:pt x="0" y="1648181"/>
                </a:cubicBezTo>
                <a:lnTo>
                  <a:pt x="0" y="38887"/>
                </a:lnTo>
                <a:cubicBezTo>
                  <a:pt x="0" y="17410"/>
                  <a:pt x="17410" y="0"/>
                  <a:pt x="38887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6166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0231C8C-F3BA-954D-B27E-9E3C328870C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53769" y="2007455"/>
            <a:ext cx="1757122" cy="3803603"/>
          </a:xfrm>
          <a:custGeom>
            <a:avLst/>
            <a:gdLst>
              <a:gd name="connsiteX0" fmla="*/ 165486 w 1757122"/>
              <a:gd name="connsiteY0" fmla="*/ 0 h 3803603"/>
              <a:gd name="connsiteX1" fmla="*/ 1591636 w 1757122"/>
              <a:gd name="connsiteY1" fmla="*/ 0 h 3803603"/>
              <a:gd name="connsiteX2" fmla="*/ 1757122 w 1757122"/>
              <a:gd name="connsiteY2" fmla="*/ 165486 h 3803603"/>
              <a:gd name="connsiteX3" fmla="*/ 1757122 w 1757122"/>
              <a:gd name="connsiteY3" fmla="*/ 3638117 h 3803603"/>
              <a:gd name="connsiteX4" fmla="*/ 1591636 w 1757122"/>
              <a:gd name="connsiteY4" fmla="*/ 3803603 h 3803603"/>
              <a:gd name="connsiteX5" fmla="*/ 165486 w 1757122"/>
              <a:gd name="connsiteY5" fmla="*/ 3803603 h 3803603"/>
              <a:gd name="connsiteX6" fmla="*/ 0 w 1757122"/>
              <a:gd name="connsiteY6" fmla="*/ 3638117 h 3803603"/>
              <a:gd name="connsiteX7" fmla="*/ 0 w 1757122"/>
              <a:gd name="connsiteY7" fmla="*/ 165486 h 3803603"/>
              <a:gd name="connsiteX8" fmla="*/ 165486 w 1757122"/>
              <a:gd name="connsiteY8" fmla="*/ 0 h 3803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7122" h="3803603">
                <a:moveTo>
                  <a:pt x="165486" y="0"/>
                </a:moveTo>
                <a:lnTo>
                  <a:pt x="1591636" y="0"/>
                </a:lnTo>
                <a:cubicBezTo>
                  <a:pt x="1683032" y="0"/>
                  <a:pt x="1757122" y="74091"/>
                  <a:pt x="1757122" y="165486"/>
                </a:cubicBezTo>
                <a:lnTo>
                  <a:pt x="1757122" y="3638117"/>
                </a:lnTo>
                <a:cubicBezTo>
                  <a:pt x="1757122" y="3729513"/>
                  <a:pt x="1683032" y="3803603"/>
                  <a:pt x="1591636" y="3803603"/>
                </a:cubicBezTo>
                <a:lnTo>
                  <a:pt x="165486" y="3803603"/>
                </a:lnTo>
                <a:cubicBezTo>
                  <a:pt x="74091" y="3803603"/>
                  <a:pt x="0" y="3729513"/>
                  <a:pt x="0" y="3638117"/>
                </a:cubicBezTo>
                <a:lnTo>
                  <a:pt x="0" y="165486"/>
                </a:lnTo>
                <a:cubicBezTo>
                  <a:pt x="0" y="74091"/>
                  <a:pt x="74091" y="0"/>
                  <a:pt x="165486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991404C-3FB7-004A-BD55-50BB881475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36771" y="2007456"/>
            <a:ext cx="1757122" cy="3803603"/>
          </a:xfrm>
          <a:custGeom>
            <a:avLst/>
            <a:gdLst>
              <a:gd name="connsiteX0" fmla="*/ 165486 w 1757122"/>
              <a:gd name="connsiteY0" fmla="*/ 0 h 3803603"/>
              <a:gd name="connsiteX1" fmla="*/ 1591636 w 1757122"/>
              <a:gd name="connsiteY1" fmla="*/ 0 h 3803603"/>
              <a:gd name="connsiteX2" fmla="*/ 1757122 w 1757122"/>
              <a:gd name="connsiteY2" fmla="*/ 165486 h 3803603"/>
              <a:gd name="connsiteX3" fmla="*/ 1757122 w 1757122"/>
              <a:gd name="connsiteY3" fmla="*/ 3638117 h 3803603"/>
              <a:gd name="connsiteX4" fmla="*/ 1591636 w 1757122"/>
              <a:gd name="connsiteY4" fmla="*/ 3803603 h 3803603"/>
              <a:gd name="connsiteX5" fmla="*/ 165486 w 1757122"/>
              <a:gd name="connsiteY5" fmla="*/ 3803603 h 3803603"/>
              <a:gd name="connsiteX6" fmla="*/ 0 w 1757122"/>
              <a:gd name="connsiteY6" fmla="*/ 3638117 h 3803603"/>
              <a:gd name="connsiteX7" fmla="*/ 0 w 1757122"/>
              <a:gd name="connsiteY7" fmla="*/ 165486 h 3803603"/>
              <a:gd name="connsiteX8" fmla="*/ 165486 w 1757122"/>
              <a:gd name="connsiteY8" fmla="*/ 0 h 3803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7122" h="3803603">
                <a:moveTo>
                  <a:pt x="165486" y="0"/>
                </a:moveTo>
                <a:lnTo>
                  <a:pt x="1591636" y="0"/>
                </a:lnTo>
                <a:cubicBezTo>
                  <a:pt x="1683032" y="0"/>
                  <a:pt x="1757122" y="74091"/>
                  <a:pt x="1757122" y="165486"/>
                </a:cubicBezTo>
                <a:lnTo>
                  <a:pt x="1757122" y="3638117"/>
                </a:lnTo>
                <a:cubicBezTo>
                  <a:pt x="1757122" y="3729513"/>
                  <a:pt x="1683032" y="3803603"/>
                  <a:pt x="1591636" y="3803603"/>
                </a:cubicBezTo>
                <a:lnTo>
                  <a:pt x="165486" y="3803603"/>
                </a:lnTo>
                <a:cubicBezTo>
                  <a:pt x="74091" y="3803603"/>
                  <a:pt x="0" y="3729513"/>
                  <a:pt x="0" y="3638117"/>
                </a:cubicBezTo>
                <a:lnTo>
                  <a:pt x="0" y="165486"/>
                </a:lnTo>
                <a:cubicBezTo>
                  <a:pt x="0" y="74091"/>
                  <a:pt x="74091" y="0"/>
                  <a:pt x="165486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7DD91DE-9277-F943-B773-9364A1BB53E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77576" y="2007456"/>
            <a:ext cx="1757122" cy="3803603"/>
          </a:xfrm>
          <a:custGeom>
            <a:avLst/>
            <a:gdLst>
              <a:gd name="connsiteX0" fmla="*/ 165486 w 1757122"/>
              <a:gd name="connsiteY0" fmla="*/ 0 h 3803603"/>
              <a:gd name="connsiteX1" fmla="*/ 1591636 w 1757122"/>
              <a:gd name="connsiteY1" fmla="*/ 0 h 3803603"/>
              <a:gd name="connsiteX2" fmla="*/ 1757122 w 1757122"/>
              <a:gd name="connsiteY2" fmla="*/ 165486 h 3803603"/>
              <a:gd name="connsiteX3" fmla="*/ 1757122 w 1757122"/>
              <a:gd name="connsiteY3" fmla="*/ 3638117 h 3803603"/>
              <a:gd name="connsiteX4" fmla="*/ 1591636 w 1757122"/>
              <a:gd name="connsiteY4" fmla="*/ 3803603 h 3803603"/>
              <a:gd name="connsiteX5" fmla="*/ 165486 w 1757122"/>
              <a:gd name="connsiteY5" fmla="*/ 3803603 h 3803603"/>
              <a:gd name="connsiteX6" fmla="*/ 0 w 1757122"/>
              <a:gd name="connsiteY6" fmla="*/ 3638117 h 3803603"/>
              <a:gd name="connsiteX7" fmla="*/ 0 w 1757122"/>
              <a:gd name="connsiteY7" fmla="*/ 165486 h 3803603"/>
              <a:gd name="connsiteX8" fmla="*/ 165486 w 1757122"/>
              <a:gd name="connsiteY8" fmla="*/ 0 h 3803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7122" h="3803603">
                <a:moveTo>
                  <a:pt x="165486" y="0"/>
                </a:moveTo>
                <a:lnTo>
                  <a:pt x="1591636" y="0"/>
                </a:lnTo>
                <a:cubicBezTo>
                  <a:pt x="1683031" y="0"/>
                  <a:pt x="1757122" y="74091"/>
                  <a:pt x="1757122" y="165486"/>
                </a:cubicBezTo>
                <a:lnTo>
                  <a:pt x="1757122" y="3638117"/>
                </a:lnTo>
                <a:cubicBezTo>
                  <a:pt x="1757122" y="3729513"/>
                  <a:pt x="1683031" y="3803603"/>
                  <a:pt x="1591636" y="3803603"/>
                </a:cubicBezTo>
                <a:lnTo>
                  <a:pt x="165486" y="3803603"/>
                </a:lnTo>
                <a:cubicBezTo>
                  <a:pt x="74091" y="3803603"/>
                  <a:pt x="0" y="3729513"/>
                  <a:pt x="0" y="3638117"/>
                </a:cubicBezTo>
                <a:lnTo>
                  <a:pt x="0" y="165486"/>
                </a:lnTo>
                <a:cubicBezTo>
                  <a:pt x="0" y="74091"/>
                  <a:pt x="74091" y="0"/>
                  <a:pt x="165486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715F6B4-61AB-994B-9A18-C455C6BEA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50600" y="2007455"/>
            <a:ext cx="1757122" cy="3803603"/>
          </a:xfrm>
          <a:custGeom>
            <a:avLst/>
            <a:gdLst>
              <a:gd name="connsiteX0" fmla="*/ 165486 w 1757122"/>
              <a:gd name="connsiteY0" fmla="*/ 0 h 3803603"/>
              <a:gd name="connsiteX1" fmla="*/ 1591636 w 1757122"/>
              <a:gd name="connsiteY1" fmla="*/ 0 h 3803603"/>
              <a:gd name="connsiteX2" fmla="*/ 1757122 w 1757122"/>
              <a:gd name="connsiteY2" fmla="*/ 165486 h 3803603"/>
              <a:gd name="connsiteX3" fmla="*/ 1757122 w 1757122"/>
              <a:gd name="connsiteY3" fmla="*/ 3638117 h 3803603"/>
              <a:gd name="connsiteX4" fmla="*/ 1591636 w 1757122"/>
              <a:gd name="connsiteY4" fmla="*/ 3803603 h 3803603"/>
              <a:gd name="connsiteX5" fmla="*/ 165486 w 1757122"/>
              <a:gd name="connsiteY5" fmla="*/ 3803603 h 3803603"/>
              <a:gd name="connsiteX6" fmla="*/ 0 w 1757122"/>
              <a:gd name="connsiteY6" fmla="*/ 3638117 h 3803603"/>
              <a:gd name="connsiteX7" fmla="*/ 0 w 1757122"/>
              <a:gd name="connsiteY7" fmla="*/ 165486 h 3803603"/>
              <a:gd name="connsiteX8" fmla="*/ 165486 w 1757122"/>
              <a:gd name="connsiteY8" fmla="*/ 0 h 3803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7122" h="3803603">
                <a:moveTo>
                  <a:pt x="165486" y="0"/>
                </a:moveTo>
                <a:lnTo>
                  <a:pt x="1591636" y="0"/>
                </a:lnTo>
                <a:cubicBezTo>
                  <a:pt x="1683031" y="0"/>
                  <a:pt x="1757122" y="74091"/>
                  <a:pt x="1757122" y="165486"/>
                </a:cubicBezTo>
                <a:lnTo>
                  <a:pt x="1757122" y="3638117"/>
                </a:lnTo>
                <a:cubicBezTo>
                  <a:pt x="1757122" y="3729513"/>
                  <a:pt x="1683031" y="3803603"/>
                  <a:pt x="1591636" y="3803603"/>
                </a:cubicBezTo>
                <a:lnTo>
                  <a:pt x="165486" y="3803603"/>
                </a:lnTo>
                <a:cubicBezTo>
                  <a:pt x="74091" y="3803603"/>
                  <a:pt x="0" y="3729513"/>
                  <a:pt x="0" y="3638117"/>
                </a:cubicBezTo>
                <a:lnTo>
                  <a:pt x="0" y="165486"/>
                </a:lnTo>
                <a:cubicBezTo>
                  <a:pt x="0" y="74091"/>
                  <a:pt x="74091" y="0"/>
                  <a:pt x="165486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BA56ADF-141A-A242-AA79-172062348D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19773" y="1847458"/>
            <a:ext cx="1904946" cy="4123596"/>
          </a:xfrm>
          <a:custGeom>
            <a:avLst/>
            <a:gdLst>
              <a:gd name="connsiteX0" fmla="*/ 179408 w 1904946"/>
              <a:gd name="connsiteY0" fmla="*/ 0 h 4123596"/>
              <a:gd name="connsiteX1" fmla="*/ 1725538 w 1904946"/>
              <a:gd name="connsiteY1" fmla="*/ 0 h 4123596"/>
              <a:gd name="connsiteX2" fmla="*/ 1904946 w 1904946"/>
              <a:gd name="connsiteY2" fmla="*/ 179408 h 4123596"/>
              <a:gd name="connsiteX3" fmla="*/ 1904946 w 1904946"/>
              <a:gd name="connsiteY3" fmla="*/ 3944188 h 4123596"/>
              <a:gd name="connsiteX4" fmla="*/ 1725538 w 1904946"/>
              <a:gd name="connsiteY4" fmla="*/ 4123596 h 4123596"/>
              <a:gd name="connsiteX5" fmla="*/ 179408 w 1904946"/>
              <a:gd name="connsiteY5" fmla="*/ 4123596 h 4123596"/>
              <a:gd name="connsiteX6" fmla="*/ 0 w 1904946"/>
              <a:gd name="connsiteY6" fmla="*/ 3944188 h 4123596"/>
              <a:gd name="connsiteX7" fmla="*/ 0 w 1904946"/>
              <a:gd name="connsiteY7" fmla="*/ 179408 h 4123596"/>
              <a:gd name="connsiteX8" fmla="*/ 179408 w 1904946"/>
              <a:gd name="connsiteY8" fmla="*/ 0 h 4123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4946" h="4123596">
                <a:moveTo>
                  <a:pt x="179408" y="0"/>
                </a:moveTo>
                <a:lnTo>
                  <a:pt x="1725538" y="0"/>
                </a:lnTo>
                <a:cubicBezTo>
                  <a:pt x="1824622" y="0"/>
                  <a:pt x="1904946" y="80324"/>
                  <a:pt x="1904946" y="179408"/>
                </a:cubicBezTo>
                <a:lnTo>
                  <a:pt x="1904946" y="3944188"/>
                </a:lnTo>
                <a:cubicBezTo>
                  <a:pt x="1904946" y="4043272"/>
                  <a:pt x="1824622" y="4123596"/>
                  <a:pt x="1725538" y="4123596"/>
                </a:cubicBezTo>
                <a:lnTo>
                  <a:pt x="179408" y="4123596"/>
                </a:lnTo>
                <a:cubicBezTo>
                  <a:pt x="80324" y="4123596"/>
                  <a:pt x="0" y="4043272"/>
                  <a:pt x="0" y="3944188"/>
                </a:cubicBezTo>
                <a:lnTo>
                  <a:pt x="0" y="179408"/>
                </a:lnTo>
                <a:cubicBezTo>
                  <a:pt x="0" y="80324"/>
                  <a:pt x="80324" y="0"/>
                  <a:pt x="179408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  <a:effectLst>
            <a:outerShdw blurRad="635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37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4B9DA3D-7F94-CA46-9675-44A5DFBC6C1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52480" y="1067634"/>
            <a:ext cx="2158342" cy="4672117"/>
          </a:xfrm>
          <a:custGeom>
            <a:avLst/>
            <a:gdLst>
              <a:gd name="connsiteX0" fmla="*/ 203273 w 2158342"/>
              <a:gd name="connsiteY0" fmla="*/ 0 h 4672117"/>
              <a:gd name="connsiteX1" fmla="*/ 1955069 w 2158342"/>
              <a:gd name="connsiteY1" fmla="*/ 0 h 4672117"/>
              <a:gd name="connsiteX2" fmla="*/ 2158342 w 2158342"/>
              <a:gd name="connsiteY2" fmla="*/ 203273 h 4672117"/>
              <a:gd name="connsiteX3" fmla="*/ 2158342 w 2158342"/>
              <a:gd name="connsiteY3" fmla="*/ 4468844 h 4672117"/>
              <a:gd name="connsiteX4" fmla="*/ 1955069 w 2158342"/>
              <a:gd name="connsiteY4" fmla="*/ 4672117 h 4672117"/>
              <a:gd name="connsiteX5" fmla="*/ 203273 w 2158342"/>
              <a:gd name="connsiteY5" fmla="*/ 4672117 h 4672117"/>
              <a:gd name="connsiteX6" fmla="*/ 0 w 2158342"/>
              <a:gd name="connsiteY6" fmla="*/ 4468844 h 4672117"/>
              <a:gd name="connsiteX7" fmla="*/ 0 w 2158342"/>
              <a:gd name="connsiteY7" fmla="*/ 203273 h 4672117"/>
              <a:gd name="connsiteX8" fmla="*/ 203273 w 2158342"/>
              <a:gd name="connsiteY8" fmla="*/ 0 h 4672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342" h="4672117">
                <a:moveTo>
                  <a:pt x="203273" y="0"/>
                </a:moveTo>
                <a:lnTo>
                  <a:pt x="1955069" y="0"/>
                </a:lnTo>
                <a:cubicBezTo>
                  <a:pt x="2067334" y="0"/>
                  <a:pt x="2158342" y="91008"/>
                  <a:pt x="2158342" y="203273"/>
                </a:cubicBezTo>
                <a:lnTo>
                  <a:pt x="2158342" y="4468844"/>
                </a:lnTo>
                <a:cubicBezTo>
                  <a:pt x="2158342" y="4581109"/>
                  <a:pt x="2067334" y="4672117"/>
                  <a:pt x="1955069" y="4672117"/>
                </a:cubicBezTo>
                <a:lnTo>
                  <a:pt x="203273" y="4672117"/>
                </a:lnTo>
                <a:cubicBezTo>
                  <a:pt x="91008" y="4672117"/>
                  <a:pt x="0" y="4581109"/>
                  <a:pt x="0" y="4468844"/>
                </a:cubicBezTo>
                <a:lnTo>
                  <a:pt x="0" y="203273"/>
                </a:lnTo>
                <a:cubicBezTo>
                  <a:pt x="0" y="91008"/>
                  <a:pt x="91008" y="0"/>
                  <a:pt x="203273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509704-8F39-5245-A74A-0EA7945454C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90615" y="1460353"/>
            <a:ext cx="1960323" cy="4243469"/>
          </a:xfrm>
          <a:custGeom>
            <a:avLst/>
            <a:gdLst>
              <a:gd name="connsiteX0" fmla="*/ 0 w 1960323"/>
              <a:gd name="connsiteY0" fmla="*/ 0 h 4243469"/>
              <a:gd name="connsiteX1" fmla="*/ 1960323 w 1960323"/>
              <a:gd name="connsiteY1" fmla="*/ 0 h 4243469"/>
              <a:gd name="connsiteX2" fmla="*/ 1960323 w 1960323"/>
              <a:gd name="connsiteY2" fmla="*/ 4243469 h 4243469"/>
              <a:gd name="connsiteX3" fmla="*/ 0 w 1960323"/>
              <a:gd name="connsiteY3" fmla="*/ 4243469 h 4243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0323" h="4243469">
                <a:moveTo>
                  <a:pt x="0" y="0"/>
                </a:moveTo>
                <a:lnTo>
                  <a:pt x="1960323" y="0"/>
                </a:lnTo>
                <a:lnTo>
                  <a:pt x="1960323" y="4243469"/>
                </a:lnTo>
                <a:lnTo>
                  <a:pt x="0" y="4243469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99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A10D9FD-5070-014B-AB63-34569208E37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92824" y="0"/>
            <a:ext cx="3968496" cy="6858000"/>
          </a:xfrm>
          <a:custGeom>
            <a:avLst/>
            <a:gdLst>
              <a:gd name="connsiteX0" fmla="*/ 0 w 3968496"/>
              <a:gd name="connsiteY0" fmla="*/ 0 h 6858000"/>
              <a:gd name="connsiteX1" fmla="*/ 3968496 w 3968496"/>
              <a:gd name="connsiteY1" fmla="*/ 0 h 6858000"/>
              <a:gd name="connsiteX2" fmla="*/ 3968496 w 3968496"/>
              <a:gd name="connsiteY2" fmla="*/ 6858000 h 6858000"/>
              <a:gd name="connsiteX3" fmla="*/ 0 w 396849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8496" h="6858000">
                <a:moveTo>
                  <a:pt x="0" y="0"/>
                </a:moveTo>
                <a:lnTo>
                  <a:pt x="3968496" y="0"/>
                </a:lnTo>
                <a:lnTo>
                  <a:pt x="396849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62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D82C02E-F609-1D40-88C1-554C3B14D06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89520" y="969264"/>
            <a:ext cx="3447288" cy="4901184"/>
          </a:xfrm>
          <a:custGeom>
            <a:avLst/>
            <a:gdLst>
              <a:gd name="connsiteX0" fmla="*/ 132479 w 3447288"/>
              <a:gd name="connsiteY0" fmla="*/ 0 h 4901184"/>
              <a:gd name="connsiteX1" fmla="*/ 3314809 w 3447288"/>
              <a:gd name="connsiteY1" fmla="*/ 0 h 4901184"/>
              <a:gd name="connsiteX2" fmla="*/ 3447288 w 3447288"/>
              <a:gd name="connsiteY2" fmla="*/ 132479 h 4901184"/>
              <a:gd name="connsiteX3" fmla="*/ 3447288 w 3447288"/>
              <a:gd name="connsiteY3" fmla="*/ 4768705 h 4901184"/>
              <a:gd name="connsiteX4" fmla="*/ 3314809 w 3447288"/>
              <a:gd name="connsiteY4" fmla="*/ 4901184 h 4901184"/>
              <a:gd name="connsiteX5" fmla="*/ 132479 w 3447288"/>
              <a:gd name="connsiteY5" fmla="*/ 4901184 h 4901184"/>
              <a:gd name="connsiteX6" fmla="*/ 0 w 3447288"/>
              <a:gd name="connsiteY6" fmla="*/ 4768705 h 4901184"/>
              <a:gd name="connsiteX7" fmla="*/ 0 w 3447288"/>
              <a:gd name="connsiteY7" fmla="*/ 132479 h 4901184"/>
              <a:gd name="connsiteX8" fmla="*/ 132479 w 3447288"/>
              <a:gd name="connsiteY8" fmla="*/ 0 h 490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7288" h="4901184">
                <a:moveTo>
                  <a:pt x="132479" y="0"/>
                </a:moveTo>
                <a:lnTo>
                  <a:pt x="3314809" y="0"/>
                </a:lnTo>
                <a:cubicBezTo>
                  <a:pt x="3387975" y="0"/>
                  <a:pt x="3447288" y="59313"/>
                  <a:pt x="3447288" y="132479"/>
                </a:cubicBezTo>
                <a:lnTo>
                  <a:pt x="3447288" y="4768705"/>
                </a:lnTo>
                <a:cubicBezTo>
                  <a:pt x="3447288" y="4841871"/>
                  <a:pt x="3387975" y="4901184"/>
                  <a:pt x="3314809" y="4901184"/>
                </a:cubicBezTo>
                <a:lnTo>
                  <a:pt x="132479" y="4901184"/>
                </a:lnTo>
                <a:cubicBezTo>
                  <a:pt x="59313" y="4901184"/>
                  <a:pt x="0" y="4841871"/>
                  <a:pt x="0" y="4768705"/>
                </a:cubicBezTo>
                <a:lnTo>
                  <a:pt x="0" y="132479"/>
                </a:lnTo>
                <a:cubicBezTo>
                  <a:pt x="0" y="59313"/>
                  <a:pt x="59313" y="0"/>
                  <a:pt x="13247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03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E1B02EF-8E91-8E4A-8EFF-5520FAD3C9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4930431"/>
              <a:gd name="connsiteY0" fmla="*/ 0 h 6858000"/>
              <a:gd name="connsiteX1" fmla="*/ 4930431 w 4930431"/>
              <a:gd name="connsiteY1" fmla="*/ 0 h 6858000"/>
              <a:gd name="connsiteX2" fmla="*/ 4930431 w 4930431"/>
              <a:gd name="connsiteY2" fmla="*/ 6858000 h 6858000"/>
              <a:gd name="connsiteX3" fmla="*/ 0 w 49304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0431" h="6858000">
                <a:moveTo>
                  <a:pt x="0" y="0"/>
                </a:moveTo>
                <a:lnTo>
                  <a:pt x="4930431" y="0"/>
                </a:lnTo>
                <a:lnTo>
                  <a:pt x="4930431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060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CF76637-50E1-184F-B5D8-C3F876BA61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78346" y="0"/>
            <a:ext cx="4513655" cy="6858000"/>
          </a:xfrm>
          <a:custGeom>
            <a:avLst/>
            <a:gdLst>
              <a:gd name="connsiteX0" fmla="*/ 0 w 4513655"/>
              <a:gd name="connsiteY0" fmla="*/ 0 h 6858000"/>
              <a:gd name="connsiteX1" fmla="*/ 4513655 w 4513655"/>
              <a:gd name="connsiteY1" fmla="*/ 0 h 6858000"/>
              <a:gd name="connsiteX2" fmla="*/ 4513655 w 4513655"/>
              <a:gd name="connsiteY2" fmla="*/ 6858000 h 6858000"/>
              <a:gd name="connsiteX3" fmla="*/ 0 w 45136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3655" h="6858000">
                <a:moveTo>
                  <a:pt x="0" y="0"/>
                </a:moveTo>
                <a:lnTo>
                  <a:pt x="4513655" y="0"/>
                </a:lnTo>
                <a:lnTo>
                  <a:pt x="4513655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9EB1DD-C520-254B-A40F-D0ECE2FF99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49439" y="1895817"/>
            <a:ext cx="2390908" cy="2390908"/>
          </a:xfrm>
          <a:custGeom>
            <a:avLst/>
            <a:gdLst>
              <a:gd name="connsiteX0" fmla="*/ 398493 w 2390908"/>
              <a:gd name="connsiteY0" fmla="*/ 0 h 2390908"/>
              <a:gd name="connsiteX1" fmla="*/ 1992415 w 2390908"/>
              <a:gd name="connsiteY1" fmla="*/ 0 h 2390908"/>
              <a:gd name="connsiteX2" fmla="*/ 2390908 w 2390908"/>
              <a:gd name="connsiteY2" fmla="*/ 398493 h 2390908"/>
              <a:gd name="connsiteX3" fmla="*/ 2390908 w 2390908"/>
              <a:gd name="connsiteY3" fmla="*/ 1992415 h 2390908"/>
              <a:gd name="connsiteX4" fmla="*/ 1992415 w 2390908"/>
              <a:gd name="connsiteY4" fmla="*/ 2390908 h 2390908"/>
              <a:gd name="connsiteX5" fmla="*/ 398493 w 2390908"/>
              <a:gd name="connsiteY5" fmla="*/ 2390908 h 2390908"/>
              <a:gd name="connsiteX6" fmla="*/ 0 w 2390908"/>
              <a:gd name="connsiteY6" fmla="*/ 1992415 h 2390908"/>
              <a:gd name="connsiteX7" fmla="*/ 0 w 2390908"/>
              <a:gd name="connsiteY7" fmla="*/ 398493 h 2390908"/>
              <a:gd name="connsiteX8" fmla="*/ 398493 w 2390908"/>
              <a:gd name="connsiteY8" fmla="*/ 0 h 2390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0908" h="2390908">
                <a:moveTo>
                  <a:pt x="398493" y="0"/>
                </a:moveTo>
                <a:lnTo>
                  <a:pt x="1992415" y="0"/>
                </a:lnTo>
                <a:cubicBezTo>
                  <a:pt x="2212497" y="0"/>
                  <a:pt x="2390908" y="178411"/>
                  <a:pt x="2390908" y="398493"/>
                </a:cubicBezTo>
                <a:lnTo>
                  <a:pt x="2390908" y="1992415"/>
                </a:lnTo>
                <a:cubicBezTo>
                  <a:pt x="2390908" y="2212497"/>
                  <a:pt x="2212497" y="2390908"/>
                  <a:pt x="1992415" y="2390908"/>
                </a:cubicBezTo>
                <a:lnTo>
                  <a:pt x="398493" y="2390908"/>
                </a:lnTo>
                <a:cubicBezTo>
                  <a:pt x="178411" y="2390908"/>
                  <a:pt x="0" y="2212497"/>
                  <a:pt x="0" y="1992415"/>
                </a:cubicBezTo>
                <a:lnTo>
                  <a:pt x="0" y="398493"/>
                </a:lnTo>
                <a:cubicBezTo>
                  <a:pt x="0" y="178411"/>
                  <a:pt x="178411" y="0"/>
                  <a:pt x="398493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AC42F5A-D3C8-514F-A18E-B37E3FAFF9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40925" y="1895817"/>
            <a:ext cx="2390908" cy="2390908"/>
          </a:xfrm>
          <a:custGeom>
            <a:avLst/>
            <a:gdLst>
              <a:gd name="connsiteX0" fmla="*/ 398493 w 2390908"/>
              <a:gd name="connsiteY0" fmla="*/ 0 h 2390908"/>
              <a:gd name="connsiteX1" fmla="*/ 1992415 w 2390908"/>
              <a:gd name="connsiteY1" fmla="*/ 0 h 2390908"/>
              <a:gd name="connsiteX2" fmla="*/ 2390908 w 2390908"/>
              <a:gd name="connsiteY2" fmla="*/ 398493 h 2390908"/>
              <a:gd name="connsiteX3" fmla="*/ 2390908 w 2390908"/>
              <a:gd name="connsiteY3" fmla="*/ 1992415 h 2390908"/>
              <a:gd name="connsiteX4" fmla="*/ 1992415 w 2390908"/>
              <a:gd name="connsiteY4" fmla="*/ 2390908 h 2390908"/>
              <a:gd name="connsiteX5" fmla="*/ 398493 w 2390908"/>
              <a:gd name="connsiteY5" fmla="*/ 2390908 h 2390908"/>
              <a:gd name="connsiteX6" fmla="*/ 0 w 2390908"/>
              <a:gd name="connsiteY6" fmla="*/ 1992415 h 2390908"/>
              <a:gd name="connsiteX7" fmla="*/ 0 w 2390908"/>
              <a:gd name="connsiteY7" fmla="*/ 398493 h 2390908"/>
              <a:gd name="connsiteX8" fmla="*/ 398493 w 2390908"/>
              <a:gd name="connsiteY8" fmla="*/ 0 h 2390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90908" h="2390908">
                <a:moveTo>
                  <a:pt x="398493" y="0"/>
                </a:moveTo>
                <a:lnTo>
                  <a:pt x="1992415" y="0"/>
                </a:lnTo>
                <a:cubicBezTo>
                  <a:pt x="2212497" y="0"/>
                  <a:pt x="2390908" y="178411"/>
                  <a:pt x="2390908" y="398493"/>
                </a:cubicBezTo>
                <a:lnTo>
                  <a:pt x="2390908" y="1992415"/>
                </a:lnTo>
                <a:cubicBezTo>
                  <a:pt x="2390908" y="2212497"/>
                  <a:pt x="2212497" y="2390908"/>
                  <a:pt x="1992415" y="2390908"/>
                </a:cubicBezTo>
                <a:lnTo>
                  <a:pt x="398493" y="2390908"/>
                </a:lnTo>
                <a:cubicBezTo>
                  <a:pt x="178411" y="2390908"/>
                  <a:pt x="0" y="2212497"/>
                  <a:pt x="0" y="1992415"/>
                </a:cubicBezTo>
                <a:lnTo>
                  <a:pt x="0" y="398493"/>
                </a:lnTo>
                <a:cubicBezTo>
                  <a:pt x="0" y="178411"/>
                  <a:pt x="178411" y="0"/>
                  <a:pt x="398493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809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82A632-FDA3-454D-B4E4-94A9FDDCCD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84128" y="0"/>
            <a:ext cx="3107872" cy="6858000"/>
          </a:xfrm>
          <a:custGeom>
            <a:avLst/>
            <a:gdLst>
              <a:gd name="connsiteX0" fmla="*/ 0 w 3107872"/>
              <a:gd name="connsiteY0" fmla="*/ 0 h 6858000"/>
              <a:gd name="connsiteX1" fmla="*/ 3107872 w 3107872"/>
              <a:gd name="connsiteY1" fmla="*/ 0 h 6858000"/>
              <a:gd name="connsiteX2" fmla="*/ 3107872 w 3107872"/>
              <a:gd name="connsiteY2" fmla="*/ 6858000 h 6858000"/>
              <a:gd name="connsiteX3" fmla="*/ 0 w 31078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7872" h="6858000">
                <a:moveTo>
                  <a:pt x="0" y="0"/>
                </a:moveTo>
                <a:lnTo>
                  <a:pt x="3107872" y="0"/>
                </a:lnTo>
                <a:lnTo>
                  <a:pt x="3107872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EC2482-C5AA-8840-B066-780C2F6EA5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76256" y="0"/>
            <a:ext cx="3107872" cy="6858000"/>
          </a:xfrm>
          <a:custGeom>
            <a:avLst/>
            <a:gdLst>
              <a:gd name="connsiteX0" fmla="*/ 0 w 3107872"/>
              <a:gd name="connsiteY0" fmla="*/ 0 h 6858000"/>
              <a:gd name="connsiteX1" fmla="*/ 3107872 w 3107872"/>
              <a:gd name="connsiteY1" fmla="*/ 0 h 6858000"/>
              <a:gd name="connsiteX2" fmla="*/ 3107872 w 3107872"/>
              <a:gd name="connsiteY2" fmla="*/ 6858000 h 6858000"/>
              <a:gd name="connsiteX3" fmla="*/ 0 w 31078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7872" h="6858000">
                <a:moveTo>
                  <a:pt x="0" y="0"/>
                </a:moveTo>
                <a:lnTo>
                  <a:pt x="3107872" y="0"/>
                </a:lnTo>
                <a:lnTo>
                  <a:pt x="3107872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222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B42DA8F-80D4-944A-B9C0-7CCEA49046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129141" y="2344232"/>
            <a:ext cx="1747158" cy="1747158"/>
          </a:xfrm>
          <a:custGeom>
            <a:avLst/>
            <a:gdLst>
              <a:gd name="connsiteX0" fmla="*/ 873579 w 1747158"/>
              <a:gd name="connsiteY0" fmla="*/ 0 h 1747158"/>
              <a:gd name="connsiteX1" fmla="*/ 1747158 w 1747158"/>
              <a:gd name="connsiteY1" fmla="*/ 873579 h 1747158"/>
              <a:gd name="connsiteX2" fmla="*/ 873579 w 1747158"/>
              <a:gd name="connsiteY2" fmla="*/ 1747158 h 1747158"/>
              <a:gd name="connsiteX3" fmla="*/ 0 w 1747158"/>
              <a:gd name="connsiteY3" fmla="*/ 873579 h 1747158"/>
              <a:gd name="connsiteX4" fmla="*/ 873579 w 1747158"/>
              <a:gd name="connsiteY4" fmla="*/ 0 h 174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158" h="1747158">
                <a:moveTo>
                  <a:pt x="873579" y="0"/>
                </a:moveTo>
                <a:cubicBezTo>
                  <a:pt x="1356043" y="0"/>
                  <a:pt x="1747158" y="391115"/>
                  <a:pt x="1747158" y="873579"/>
                </a:cubicBezTo>
                <a:cubicBezTo>
                  <a:pt x="1747158" y="1356043"/>
                  <a:pt x="1356043" y="1747158"/>
                  <a:pt x="873579" y="1747158"/>
                </a:cubicBezTo>
                <a:cubicBezTo>
                  <a:pt x="391115" y="1747158"/>
                  <a:pt x="0" y="1356043"/>
                  <a:pt x="0" y="873579"/>
                </a:cubicBezTo>
                <a:cubicBezTo>
                  <a:pt x="0" y="391115"/>
                  <a:pt x="391115" y="0"/>
                  <a:pt x="87357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A1A6C98-9791-5147-BE94-04AC9B082C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56111" y="2344232"/>
            <a:ext cx="1747158" cy="1747158"/>
          </a:xfrm>
          <a:custGeom>
            <a:avLst/>
            <a:gdLst>
              <a:gd name="connsiteX0" fmla="*/ 873579 w 1747158"/>
              <a:gd name="connsiteY0" fmla="*/ 0 h 1747158"/>
              <a:gd name="connsiteX1" fmla="*/ 1747158 w 1747158"/>
              <a:gd name="connsiteY1" fmla="*/ 873579 h 1747158"/>
              <a:gd name="connsiteX2" fmla="*/ 873579 w 1747158"/>
              <a:gd name="connsiteY2" fmla="*/ 1747158 h 1747158"/>
              <a:gd name="connsiteX3" fmla="*/ 0 w 1747158"/>
              <a:gd name="connsiteY3" fmla="*/ 873579 h 1747158"/>
              <a:gd name="connsiteX4" fmla="*/ 873579 w 1747158"/>
              <a:gd name="connsiteY4" fmla="*/ 0 h 174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158" h="1747158">
                <a:moveTo>
                  <a:pt x="873579" y="0"/>
                </a:moveTo>
                <a:cubicBezTo>
                  <a:pt x="1356043" y="0"/>
                  <a:pt x="1747158" y="391115"/>
                  <a:pt x="1747158" y="873579"/>
                </a:cubicBezTo>
                <a:cubicBezTo>
                  <a:pt x="1747158" y="1356043"/>
                  <a:pt x="1356043" y="1747158"/>
                  <a:pt x="873579" y="1747158"/>
                </a:cubicBezTo>
                <a:cubicBezTo>
                  <a:pt x="391115" y="1747158"/>
                  <a:pt x="0" y="1356043"/>
                  <a:pt x="0" y="873579"/>
                </a:cubicBezTo>
                <a:cubicBezTo>
                  <a:pt x="0" y="391115"/>
                  <a:pt x="391115" y="0"/>
                  <a:pt x="87357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21FB904-6B01-0041-AAA8-9276B88B05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83082" y="2344232"/>
            <a:ext cx="1747158" cy="1747158"/>
          </a:xfrm>
          <a:custGeom>
            <a:avLst/>
            <a:gdLst>
              <a:gd name="connsiteX0" fmla="*/ 873579 w 1747158"/>
              <a:gd name="connsiteY0" fmla="*/ 0 h 1747158"/>
              <a:gd name="connsiteX1" fmla="*/ 1747158 w 1747158"/>
              <a:gd name="connsiteY1" fmla="*/ 873579 h 1747158"/>
              <a:gd name="connsiteX2" fmla="*/ 873579 w 1747158"/>
              <a:gd name="connsiteY2" fmla="*/ 1747158 h 1747158"/>
              <a:gd name="connsiteX3" fmla="*/ 0 w 1747158"/>
              <a:gd name="connsiteY3" fmla="*/ 873579 h 1747158"/>
              <a:gd name="connsiteX4" fmla="*/ 873579 w 1747158"/>
              <a:gd name="connsiteY4" fmla="*/ 0 h 174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158" h="1747158">
                <a:moveTo>
                  <a:pt x="873579" y="0"/>
                </a:moveTo>
                <a:cubicBezTo>
                  <a:pt x="1356043" y="0"/>
                  <a:pt x="1747158" y="391115"/>
                  <a:pt x="1747158" y="873579"/>
                </a:cubicBezTo>
                <a:cubicBezTo>
                  <a:pt x="1747158" y="1356043"/>
                  <a:pt x="1356043" y="1747158"/>
                  <a:pt x="873579" y="1747158"/>
                </a:cubicBezTo>
                <a:cubicBezTo>
                  <a:pt x="391115" y="1747158"/>
                  <a:pt x="0" y="1356043"/>
                  <a:pt x="0" y="873579"/>
                </a:cubicBezTo>
                <a:cubicBezTo>
                  <a:pt x="0" y="391115"/>
                  <a:pt x="391115" y="0"/>
                  <a:pt x="873579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396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80079BB-3C42-6845-9E9D-22CECB6D8F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40971" y="320868"/>
            <a:ext cx="10628302" cy="3621254"/>
          </a:xfrm>
          <a:custGeom>
            <a:avLst/>
            <a:gdLst>
              <a:gd name="connsiteX0" fmla="*/ 211662 w 10628302"/>
              <a:gd name="connsiteY0" fmla="*/ 0 h 3621254"/>
              <a:gd name="connsiteX1" fmla="*/ 10416640 w 10628302"/>
              <a:gd name="connsiteY1" fmla="*/ 0 h 3621254"/>
              <a:gd name="connsiteX2" fmla="*/ 10628302 w 10628302"/>
              <a:gd name="connsiteY2" fmla="*/ 211662 h 3621254"/>
              <a:gd name="connsiteX3" fmla="*/ 10628302 w 10628302"/>
              <a:gd name="connsiteY3" fmla="*/ 3409592 h 3621254"/>
              <a:gd name="connsiteX4" fmla="*/ 10416640 w 10628302"/>
              <a:gd name="connsiteY4" fmla="*/ 3621254 h 3621254"/>
              <a:gd name="connsiteX5" fmla="*/ 211662 w 10628302"/>
              <a:gd name="connsiteY5" fmla="*/ 3621254 h 3621254"/>
              <a:gd name="connsiteX6" fmla="*/ 0 w 10628302"/>
              <a:gd name="connsiteY6" fmla="*/ 3409592 h 3621254"/>
              <a:gd name="connsiteX7" fmla="*/ 0 w 10628302"/>
              <a:gd name="connsiteY7" fmla="*/ 211662 h 3621254"/>
              <a:gd name="connsiteX8" fmla="*/ 211662 w 10628302"/>
              <a:gd name="connsiteY8" fmla="*/ 0 h 362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28302" h="3621254">
                <a:moveTo>
                  <a:pt x="211662" y="0"/>
                </a:moveTo>
                <a:lnTo>
                  <a:pt x="10416640" y="0"/>
                </a:lnTo>
                <a:cubicBezTo>
                  <a:pt x="10533538" y="0"/>
                  <a:pt x="10628302" y="94764"/>
                  <a:pt x="10628302" y="211662"/>
                </a:cubicBezTo>
                <a:lnTo>
                  <a:pt x="10628302" y="3409592"/>
                </a:lnTo>
                <a:cubicBezTo>
                  <a:pt x="10628302" y="3526490"/>
                  <a:pt x="10533538" y="3621254"/>
                  <a:pt x="10416640" y="3621254"/>
                </a:cubicBezTo>
                <a:lnTo>
                  <a:pt x="211662" y="3621254"/>
                </a:lnTo>
                <a:cubicBezTo>
                  <a:pt x="94764" y="3621254"/>
                  <a:pt x="0" y="3526490"/>
                  <a:pt x="0" y="3409592"/>
                </a:cubicBezTo>
                <a:lnTo>
                  <a:pt x="0" y="211662"/>
                </a:lnTo>
                <a:cubicBezTo>
                  <a:pt x="0" y="94764"/>
                  <a:pt x="94764" y="0"/>
                  <a:pt x="211662" y="0"/>
                </a:cubicBezTo>
                <a:close/>
              </a:path>
            </a:pathLst>
          </a:custGeom>
          <a:pattFill prst="pct5">
            <a:fgClr>
              <a:srgbClr val="00042A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320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16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C3C20-3EE6-BC42-BA5A-210B9E30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CF807-878D-BA4F-AEC6-598BD5B78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E7162-49E7-EE4C-B21C-91E7ECDE5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625C4-4828-2045-91EA-D420555D5F1F}" type="datetimeFigureOut">
              <a:t>19/02/1446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BF40-7FB9-2F43-B954-25C5E6B6E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DADE8-7561-0042-8B49-15BA68058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62F1C-97F2-BA44-A4ED-8842C0E002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1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microsoft.com/office/2007/relationships/hdphoto" Target="../media/hdphoto2.wdp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2">
            <a:extLst>
              <a:ext uri="{FF2B5EF4-FFF2-40B4-BE49-F238E27FC236}">
                <a16:creationId xmlns:a16="http://schemas.microsoft.com/office/drawing/2014/main" id="{E1688D79-F1A7-D049-AD11-FA8638BE828C}"/>
              </a:ext>
            </a:extLst>
          </p:cNvPr>
          <p:cNvSpPr/>
          <p:nvPr/>
        </p:nvSpPr>
        <p:spPr>
          <a:xfrm rot="5400000">
            <a:off x="-269856" y="1395205"/>
            <a:ext cx="5381083" cy="5575002"/>
          </a:xfrm>
          <a:custGeom>
            <a:avLst/>
            <a:gdLst>
              <a:gd name="connsiteX0" fmla="*/ 4370494 w 5381083"/>
              <a:gd name="connsiteY0" fmla="*/ 389 h 5575002"/>
              <a:gd name="connsiteX1" fmla="*/ 5148349 w 5381083"/>
              <a:gd name="connsiteY1" fmla="*/ 346874 h 5575002"/>
              <a:gd name="connsiteX2" fmla="*/ 5381083 w 5381083"/>
              <a:gd name="connsiteY2" fmla="*/ 592210 h 5575002"/>
              <a:gd name="connsiteX3" fmla="*/ 5381083 w 5381083"/>
              <a:gd name="connsiteY3" fmla="*/ 5575002 h 5575002"/>
              <a:gd name="connsiteX4" fmla="*/ 906799 w 5381083"/>
              <a:gd name="connsiteY4" fmla="*/ 5575002 h 5575002"/>
              <a:gd name="connsiteX5" fmla="*/ 305414 w 5381083"/>
              <a:gd name="connsiteY5" fmla="*/ 4941055 h 5575002"/>
              <a:gd name="connsiteX6" fmla="*/ 346874 w 5381083"/>
              <a:gd name="connsiteY6" fmla="*/ 3368172 h 5575002"/>
              <a:gd name="connsiteX7" fmla="*/ 3575466 w 5381083"/>
              <a:gd name="connsiteY7" fmla="*/ 305414 h 5575002"/>
              <a:gd name="connsiteX8" fmla="*/ 4370494 w 5381083"/>
              <a:gd name="connsiteY8" fmla="*/ 389 h 5575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81083" h="5575002">
                <a:moveTo>
                  <a:pt x="4370494" y="389"/>
                </a:moveTo>
                <a:cubicBezTo>
                  <a:pt x="4655130" y="7892"/>
                  <a:pt x="4936904" y="123980"/>
                  <a:pt x="5148349" y="346874"/>
                </a:cubicBezTo>
                <a:lnTo>
                  <a:pt x="5381083" y="592210"/>
                </a:lnTo>
                <a:lnTo>
                  <a:pt x="5381083" y="5575002"/>
                </a:lnTo>
                <a:lnTo>
                  <a:pt x="906799" y="5575002"/>
                </a:lnTo>
                <a:lnTo>
                  <a:pt x="305414" y="4941055"/>
                </a:lnTo>
                <a:cubicBezTo>
                  <a:pt x="-117477" y="4495267"/>
                  <a:pt x="-98915" y="3791063"/>
                  <a:pt x="346874" y="3368172"/>
                </a:cubicBezTo>
                <a:lnTo>
                  <a:pt x="3575466" y="305414"/>
                </a:lnTo>
                <a:cubicBezTo>
                  <a:pt x="3798361" y="93969"/>
                  <a:pt x="4085859" y="-7114"/>
                  <a:pt x="4370494" y="389"/>
                </a:cubicBezTo>
                <a:close/>
              </a:path>
            </a:pathLst>
          </a:custGeom>
          <a:solidFill>
            <a:srgbClr val="B27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1" name="عنصر نائب للصورة 40">
            <a:extLst>
              <a:ext uri="{FF2B5EF4-FFF2-40B4-BE49-F238E27FC236}">
                <a16:creationId xmlns:a16="http://schemas.microsoft.com/office/drawing/2014/main" id="{26E47334-6454-1594-0BF6-E189E7A2F6D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32388" b="32388"/>
          <a:stretch/>
        </p:blipFill>
        <p:spPr>
          <a:xfrm flipH="1">
            <a:off x="752473" y="2009775"/>
            <a:ext cx="4005347" cy="3268731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EAED9D-E32C-A443-ADE3-08B90D630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80742" y="2009504"/>
            <a:ext cx="4577079" cy="4019428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2E486F41-87CF-FCFD-611A-B2D7796683FB}"/>
              </a:ext>
            </a:extLst>
          </p:cNvPr>
          <p:cNvSpPr txBox="1"/>
          <p:nvPr/>
        </p:nvSpPr>
        <p:spPr>
          <a:xfrm>
            <a:off x="3630041" y="2650021"/>
            <a:ext cx="811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l-Jazeera-Arabic-Bold" panose="01000500000000020006" pitchFamily="2" charset="-78"/>
                <a:cs typeface="Al-Jazeera-Arabic-Bold" panose="01000500000000020006" pitchFamily="2" charset="-78"/>
              </a:rPr>
              <a:t>نظام متكامل لتعزيز خدمات جمعية بسمة لأطفال مرضى السرطان</a:t>
            </a: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F4CD8547-BF1F-4E26-719E-77D0421E9B13}"/>
              </a:ext>
            </a:extLst>
          </p:cNvPr>
          <p:cNvSpPr txBox="1"/>
          <p:nvPr/>
        </p:nvSpPr>
        <p:spPr>
          <a:xfrm>
            <a:off x="4673341" y="3515483"/>
            <a:ext cx="661550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800" dirty="0">
                <a:solidFill>
                  <a:srgbClr val="97CA3D"/>
                </a:solidFill>
              </a:rPr>
              <a:t>Mobile and web application</a:t>
            </a:r>
            <a:endParaRPr lang="ar-SY" sz="2800" dirty="0">
              <a:solidFill>
                <a:srgbClr val="97CA3D"/>
              </a:solidFill>
            </a:endParaRPr>
          </a:p>
        </p:txBody>
      </p:sp>
      <p:pic>
        <p:nvPicPr>
          <p:cNvPr id="43" name="صورة 42">
            <a:extLst>
              <a:ext uri="{FF2B5EF4-FFF2-40B4-BE49-F238E27FC236}">
                <a16:creationId xmlns:a16="http://schemas.microsoft.com/office/drawing/2014/main" id="{D3CA047D-F65E-4697-42F1-162F6837B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677786">
            <a:off x="1780571" y="2642578"/>
            <a:ext cx="1625273" cy="154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21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4">
            <a:extLst>
              <a:ext uri="{FF2B5EF4-FFF2-40B4-BE49-F238E27FC236}">
                <a16:creationId xmlns:a16="http://schemas.microsoft.com/office/drawing/2014/main" id="{83EFC43F-F1FC-F9B4-3183-4EBEA6B2C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977" y="1339002"/>
            <a:ext cx="3356358" cy="2956782"/>
          </a:xfrm>
          <a:custGeom>
            <a:avLst/>
            <a:gdLst>
              <a:gd name="T0" fmla="*/ 7267 w 7268"/>
              <a:gd name="T1" fmla="*/ 3633 h 5136"/>
              <a:gd name="T2" fmla="*/ 7267 w 7268"/>
              <a:gd name="T3" fmla="*/ 3633 h 5136"/>
              <a:gd name="T4" fmla="*/ 3633 w 7268"/>
              <a:gd name="T5" fmla="*/ 0 h 5136"/>
              <a:gd name="T6" fmla="*/ 3633 w 7268"/>
              <a:gd name="T7" fmla="*/ 0 h 5136"/>
              <a:gd name="T8" fmla="*/ 0 w 7268"/>
              <a:gd name="T9" fmla="*/ 3633 h 5136"/>
              <a:gd name="T10" fmla="*/ 0 w 7268"/>
              <a:gd name="T11" fmla="*/ 3633 h 5136"/>
              <a:gd name="T12" fmla="*/ 324 w 7268"/>
              <a:gd name="T13" fmla="*/ 5135 h 5136"/>
              <a:gd name="T14" fmla="*/ 6943 w 7268"/>
              <a:gd name="T15" fmla="*/ 5135 h 5136"/>
              <a:gd name="T16" fmla="*/ 6943 w 7268"/>
              <a:gd name="T17" fmla="*/ 5135 h 5136"/>
              <a:gd name="T18" fmla="*/ 7267 w 7268"/>
              <a:gd name="T19" fmla="*/ 3633 h 5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268" h="5136">
                <a:moveTo>
                  <a:pt x="7267" y="3633"/>
                </a:moveTo>
                <a:lnTo>
                  <a:pt x="7267" y="3633"/>
                </a:lnTo>
                <a:cubicBezTo>
                  <a:pt x="7267" y="1627"/>
                  <a:pt x="5640" y="0"/>
                  <a:pt x="3633" y="0"/>
                </a:cubicBezTo>
                <a:lnTo>
                  <a:pt x="3633" y="0"/>
                </a:lnTo>
                <a:cubicBezTo>
                  <a:pt x="1626" y="0"/>
                  <a:pt x="0" y="1627"/>
                  <a:pt x="0" y="3633"/>
                </a:cubicBezTo>
                <a:lnTo>
                  <a:pt x="0" y="3633"/>
                </a:lnTo>
                <a:cubicBezTo>
                  <a:pt x="0" y="4169"/>
                  <a:pt x="115" y="4677"/>
                  <a:pt x="324" y="5135"/>
                </a:cubicBezTo>
                <a:lnTo>
                  <a:pt x="6943" y="5135"/>
                </a:lnTo>
                <a:lnTo>
                  <a:pt x="6943" y="5135"/>
                </a:lnTo>
                <a:cubicBezTo>
                  <a:pt x="7151" y="4677"/>
                  <a:pt x="7267" y="4169"/>
                  <a:pt x="7267" y="3633"/>
                </a:cubicBezTo>
              </a:path>
            </a:pathLst>
          </a:custGeom>
          <a:solidFill>
            <a:schemeClr val="bg1">
              <a:lumMod val="7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600" dirty="0">
              <a:latin typeface="Montserrat" panose="00000500000000000000" pitchFamily="2" charset="0"/>
            </a:endParaRPr>
          </a:p>
        </p:txBody>
      </p:sp>
      <p:sp>
        <p:nvSpPr>
          <p:cNvPr id="18" name="Freeform 24">
            <a:extLst>
              <a:ext uri="{FF2B5EF4-FFF2-40B4-BE49-F238E27FC236}">
                <a16:creationId xmlns:a16="http://schemas.microsoft.com/office/drawing/2014/main" id="{F39F5B65-60B7-EE44-D8CA-A1EB8E722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44" y="1365346"/>
            <a:ext cx="3356358" cy="2956782"/>
          </a:xfrm>
          <a:custGeom>
            <a:avLst/>
            <a:gdLst>
              <a:gd name="T0" fmla="*/ 7267 w 7268"/>
              <a:gd name="T1" fmla="*/ 3633 h 5136"/>
              <a:gd name="T2" fmla="*/ 7267 w 7268"/>
              <a:gd name="T3" fmla="*/ 3633 h 5136"/>
              <a:gd name="T4" fmla="*/ 3633 w 7268"/>
              <a:gd name="T5" fmla="*/ 0 h 5136"/>
              <a:gd name="T6" fmla="*/ 3633 w 7268"/>
              <a:gd name="T7" fmla="*/ 0 h 5136"/>
              <a:gd name="T8" fmla="*/ 0 w 7268"/>
              <a:gd name="T9" fmla="*/ 3633 h 5136"/>
              <a:gd name="T10" fmla="*/ 0 w 7268"/>
              <a:gd name="T11" fmla="*/ 3633 h 5136"/>
              <a:gd name="T12" fmla="*/ 324 w 7268"/>
              <a:gd name="T13" fmla="*/ 5135 h 5136"/>
              <a:gd name="T14" fmla="*/ 6943 w 7268"/>
              <a:gd name="T15" fmla="*/ 5135 h 5136"/>
              <a:gd name="T16" fmla="*/ 6943 w 7268"/>
              <a:gd name="T17" fmla="*/ 5135 h 5136"/>
              <a:gd name="T18" fmla="*/ 7267 w 7268"/>
              <a:gd name="T19" fmla="*/ 3633 h 5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268" h="5136">
                <a:moveTo>
                  <a:pt x="7267" y="3633"/>
                </a:moveTo>
                <a:lnTo>
                  <a:pt x="7267" y="3633"/>
                </a:lnTo>
                <a:cubicBezTo>
                  <a:pt x="7267" y="1627"/>
                  <a:pt x="5640" y="0"/>
                  <a:pt x="3633" y="0"/>
                </a:cubicBezTo>
                <a:lnTo>
                  <a:pt x="3633" y="0"/>
                </a:lnTo>
                <a:cubicBezTo>
                  <a:pt x="1626" y="0"/>
                  <a:pt x="0" y="1627"/>
                  <a:pt x="0" y="3633"/>
                </a:cubicBezTo>
                <a:lnTo>
                  <a:pt x="0" y="3633"/>
                </a:lnTo>
                <a:cubicBezTo>
                  <a:pt x="0" y="4169"/>
                  <a:pt x="115" y="4677"/>
                  <a:pt x="324" y="5135"/>
                </a:cubicBezTo>
                <a:lnTo>
                  <a:pt x="6943" y="5135"/>
                </a:lnTo>
                <a:lnTo>
                  <a:pt x="6943" y="5135"/>
                </a:lnTo>
                <a:cubicBezTo>
                  <a:pt x="7151" y="4677"/>
                  <a:pt x="7267" y="4169"/>
                  <a:pt x="7267" y="3633"/>
                </a:cubicBezTo>
              </a:path>
            </a:pathLst>
          </a:custGeom>
          <a:solidFill>
            <a:schemeClr val="bg1">
              <a:lumMod val="7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0" name="Freeform 24">
            <a:extLst>
              <a:ext uri="{FF2B5EF4-FFF2-40B4-BE49-F238E27FC236}">
                <a16:creationId xmlns:a16="http://schemas.microsoft.com/office/drawing/2014/main" id="{85395C59-0A1E-023D-EBE1-FED07F906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7353" y="1325659"/>
            <a:ext cx="3356358" cy="2956782"/>
          </a:xfrm>
          <a:custGeom>
            <a:avLst/>
            <a:gdLst>
              <a:gd name="T0" fmla="*/ 7267 w 7268"/>
              <a:gd name="T1" fmla="*/ 3633 h 5136"/>
              <a:gd name="T2" fmla="*/ 7267 w 7268"/>
              <a:gd name="T3" fmla="*/ 3633 h 5136"/>
              <a:gd name="T4" fmla="*/ 3633 w 7268"/>
              <a:gd name="T5" fmla="*/ 0 h 5136"/>
              <a:gd name="T6" fmla="*/ 3633 w 7268"/>
              <a:gd name="T7" fmla="*/ 0 h 5136"/>
              <a:gd name="T8" fmla="*/ 0 w 7268"/>
              <a:gd name="T9" fmla="*/ 3633 h 5136"/>
              <a:gd name="T10" fmla="*/ 0 w 7268"/>
              <a:gd name="T11" fmla="*/ 3633 h 5136"/>
              <a:gd name="T12" fmla="*/ 324 w 7268"/>
              <a:gd name="T13" fmla="*/ 5135 h 5136"/>
              <a:gd name="T14" fmla="*/ 6943 w 7268"/>
              <a:gd name="T15" fmla="*/ 5135 h 5136"/>
              <a:gd name="T16" fmla="*/ 6943 w 7268"/>
              <a:gd name="T17" fmla="*/ 5135 h 5136"/>
              <a:gd name="T18" fmla="*/ 7267 w 7268"/>
              <a:gd name="T19" fmla="*/ 3633 h 5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268" h="5136">
                <a:moveTo>
                  <a:pt x="7267" y="3633"/>
                </a:moveTo>
                <a:lnTo>
                  <a:pt x="7267" y="3633"/>
                </a:lnTo>
                <a:cubicBezTo>
                  <a:pt x="7267" y="1627"/>
                  <a:pt x="5640" y="0"/>
                  <a:pt x="3633" y="0"/>
                </a:cubicBezTo>
                <a:lnTo>
                  <a:pt x="3633" y="0"/>
                </a:lnTo>
                <a:cubicBezTo>
                  <a:pt x="1626" y="0"/>
                  <a:pt x="0" y="1627"/>
                  <a:pt x="0" y="3633"/>
                </a:cubicBezTo>
                <a:lnTo>
                  <a:pt x="0" y="3633"/>
                </a:lnTo>
                <a:cubicBezTo>
                  <a:pt x="0" y="4169"/>
                  <a:pt x="115" y="4677"/>
                  <a:pt x="324" y="5135"/>
                </a:cubicBezTo>
                <a:lnTo>
                  <a:pt x="6943" y="5135"/>
                </a:lnTo>
                <a:lnTo>
                  <a:pt x="6943" y="5135"/>
                </a:lnTo>
                <a:cubicBezTo>
                  <a:pt x="7151" y="4677"/>
                  <a:pt x="7267" y="4169"/>
                  <a:pt x="7267" y="3633"/>
                </a:cubicBezTo>
              </a:path>
            </a:pathLst>
          </a:custGeom>
          <a:solidFill>
            <a:schemeClr val="bg1">
              <a:lumMod val="7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819E5673-25E5-2891-6BAC-56B90E078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91" y="1985883"/>
            <a:ext cx="2642137" cy="2642137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6D365DA0-66E3-0676-53A9-802813889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899" y="2342019"/>
            <a:ext cx="2642137" cy="2642137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D3FA3C59-4AAD-A8D9-F5F1-3611FD453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358" y="2179062"/>
            <a:ext cx="2448958" cy="2448958"/>
          </a:xfrm>
          <a:prstGeom prst="rect">
            <a:avLst/>
          </a:prstGeom>
        </p:spPr>
      </p:pic>
      <p:sp>
        <p:nvSpPr>
          <p:cNvPr id="21" name="مربع نص 20">
            <a:extLst>
              <a:ext uri="{FF2B5EF4-FFF2-40B4-BE49-F238E27FC236}">
                <a16:creationId xmlns:a16="http://schemas.microsoft.com/office/drawing/2014/main" id="{2111CD86-D86D-E7C4-FB65-CA1F1477E6E4}"/>
              </a:ext>
            </a:extLst>
          </p:cNvPr>
          <p:cNvSpPr txBox="1"/>
          <p:nvPr/>
        </p:nvSpPr>
        <p:spPr>
          <a:xfrm>
            <a:off x="467234" y="4906260"/>
            <a:ext cx="335635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Y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  <a:t>الفاقد التعليمي للأطفال خلال رحلة العلاج</a:t>
            </a:r>
          </a:p>
        </p:txBody>
      </p:sp>
      <p:sp>
        <p:nvSpPr>
          <p:cNvPr id="22" name="مربع نص 21">
            <a:extLst>
              <a:ext uri="{FF2B5EF4-FFF2-40B4-BE49-F238E27FC236}">
                <a16:creationId xmlns:a16="http://schemas.microsoft.com/office/drawing/2014/main" id="{67DE3445-A455-6020-5397-C3A024C659A6}"/>
              </a:ext>
            </a:extLst>
          </p:cNvPr>
          <p:cNvSpPr txBox="1"/>
          <p:nvPr/>
        </p:nvSpPr>
        <p:spPr>
          <a:xfrm>
            <a:off x="3995703" y="4867915"/>
            <a:ext cx="423141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Y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  <a:t>العمل على زيادة إيرادات الجمعية</a:t>
            </a:r>
            <a:br>
              <a:rPr lang="ar-SY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</a:br>
            <a:r>
              <a:rPr lang="ar-SY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  <a:t>وأتمتة بعض آليات التبرع</a:t>
            </a: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3587F6FD-3D3B-A78C-38EB-53413824975C}"/>
              </a:ext>
            </a:extLst>
          </p:cNvPr>
          <p:cNvSpPr txBox="1"/>
          <p:nvPr/>
        </p:nvSpPr>
        <p:spPr>
          <a:xfrm>
            <a:off x="8134581" y="4729152"/>
            <a:ext cx="3901902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Y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  <a:t>تسهيل آلية التواصل مع أطفال الجمعية بشكل فردي و جماعي ضمن تصنيفات محددة</a:t>
            </a:r>
            <a:br>
              <a:rPr lang="ar-SY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</a:br>
            <a:endParaRPr lang="ar-SY" sz="2000" dirty="0">
              <a:solidFill>
                <a:schemeClr val="tx1">
                  <a:lumMod val="85000"/>
                  <a:lumOff val="15000"/>
                </a:schemeClr>
              </a:solidFill>
              <a:latin typeface="GE SS Two Light" panose="020A0503020102020204" pitchFamily="18" charset="-78"/>
              <a:ea typeface="GE SS Two Light" panose="020A0503020102020204" pitchFamily="18" charset="-78"/>
              <a:cs typeface="GE SS Two Light" panose="020A0503020102020204" pitchFamily="18" charset="-78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C705108-B051-276B-F9E0-282D0C9A53A2}"/>
              </a:ext>
            </a:extLst>
          </p:cNvPr>
          <p:cNvSpPr txBox="1">
            <a:spLocks/>
          </p:cNvSpPr>
          <p:nvPr/>
        </p:nvSpPr>
        <p:spPr>
          <a:xfrm>
            <a:off x="3365199" y="407076"/>
            <a:ext cx="5461601" cy="8191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sz="2800" dirty="0">
                <a:solidFill>
                  <a:srgbClr val="97CA3D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متطلبات الجمعية (المشاكل)</a:t>
            </a:r>
            <a:endParaRPr lang="en-ID" sz="2800" dirty="0">
              <a:solidFill>
                <a:srgbClr val="97CA3D"/>
              </a:solidFill>
              <a:latin typeface="GE SS Two Bold" panose="020A0503020102020204" pitchFamily="18" charset="-78"/>
              <a:ea typeface="GE SS Two Bold" panose="020A0503020102020204" pitchFamily="18" charset="-78"/>
              <a:cs typeface="GE SS Two Bold" panose="020A05030201020202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812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20" grpId="0" animBg="1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4">
            <a:extLst>
              <a:ext uri="{FF2B5EF4-FFF2-40B4-BE49-F238E27FC236}">
                <a16:creationId xmlns:a16="http://schemas.microsoft.com/office/drawing/2014/main" id="{83EFC43F-F1FC-F9B4-3183-4EBEA6B2C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172" y="1417743"/>
            <a:ext cx="1918800" cy="1800000"/>
          </a:xfrm>
          <a:custGeom>
            <a:avLst/>
            <a:gdLst>
              <a:gd name="T0" fmla="*/ 7267 w 7268"/>
              <a:gd name="T1" fmla="*/ 3633 h 5136"/>
              <a:gd name="T2" fmla="*/ 7267 w 7268"/>
              <a:gd name="T3" fmla="*/ 3633 h 5136"/>
              <a:gd name="T4" fmla="*/ 3633 w 7268"/>
              <a:gd name="T5" fmla="*/ 0 h 5136"/>
              <a:gd name="T6" fmla="*/ 3633 w 7268"/>
              <a:gd name="T7" fmla="*/ 0 h 5136"/>
              <a:gd name="T8" fmla="*/ 0 w 7268"/>
              <a:gd name="T9" fmla="*/ 3633 h 5136"/>
              <a:gd name="T10" fmla="*/ 0 w 7268"/>
              <a:gd name="T11" fmla="*/ 3633 h 5136"/>
              <a:gd name="T12" fmla="*/ 324 w 7268"/>
              <a:gd name="T13" fmla="*/ 5135 h 5136"/>
              <a:gd name="T14" fmla="*/ 6943 w 7268"/>
              <a:gd name="T15" fmla="*/ 5135 h 5136"/>
              <a:gd name="T16" fmla="*/ 6943 w 7268"/>
              <a:gd name="T17" fmla="*/ 5135 h 5136"/>
              <a:gd name="T18" fmla="*/ 7267 w 7268"/>
              <a:gd name="T19" fmla="*/ 3633 h 5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268" h="5136">
                <a:moveTo>
                  <a:pt x="7267" y="3633"/>
                </a:moveTo>
                <a:lnTo>
                  <a:pt x="7267" y="3633"/>
                </a:lnTo>
                <a:cubicBezTo>
                  <a:pt x="7267" y="1627"/>
                  <a:pt x="5640" y="0"/>
                  <a:pt x="3633" y="0"/>
                </a:cubicBezTo>
                <a:lnTo>
                  <a:pt x="3633" y="0"/>
                </a:lnTo>
                <a:cubicBezTo>
                  <a:pt x="1626" y="0"/>
                  <a:pt x="0" y="1627"/>
                  <a:pt x="0" y="3633"/>
                </a:cubicBezTo>
                <a:lnTo>
                  <a:pt x="0" y="3633"/>
                </a:lnTo>
                <a:cubicBezTo>
                  <a:pt x="0" y="4169"/>
                  <a:pt x="115" y="4677"/>
                  <a:pt x="324" y="5135"/>
                </a:cubicBezTo>
                <a:lnTo>
                  <a:pt x="6943" y="5135"/>
                </a:lnTo>
                <a:lnTo>
                  <a:pt x="6943" y="5135"/>
                </a:lnTo>
                <a:cubicBezTo>
                  <a:pt x="7151" y="4677"/>
                  <a:pt x="7267" y="4169"/>
                  <a:pt x="7267" y="3633"/>
                </a:cubicBezTo>
              </a:path>
            </a:pathLst>
          </a:custGeom>
          <a:solidFill>
            <a:schemeClr val="bg1">
              <a:lumMod val="7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8" name="Freeform 24">
            <a:extLst>
              <a:ext uri="{FF2B5EF4-FFF2-40B4-BE49-F238E27FC236}">
                <a16:creationId xmlns:a16="http://schemas.microsoft.com/office/drawing/2014/main" id="{F39F5B65-60B7-EE44-D8CA-A1EB8E722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171" y="1392290"/>
            <a:ext cx="1914619" cy="1800746"/>
          </a:xfrm>
          <a:custGeom>
            <a:avLst/>
            <a:gdLst>
              <a:gd name="T0" fmla="*/ 7267 w 7268"/>
              <a:gd name="T1" fmla="*/ 3633 h 5136"/>
              <a:gd name="T2" fmla="*/ 7267 w 7268"/>
              <a:gd name="T3" fmla="*/ 3633 h 5136"/>
              <a:gd name="T4" fmla="*/ 3633 w 7268"/>
              <a:gd name="T5" fmla="*/ 0 h 5136"/>
              <a:gd name="T6" fmla="*/ 3633 w 7268"/>
              <a:gd name="T7" fmla="*/ 0 h 5136"/>
              <a:gd name="T8" fmla="*/ 0 w 7268"/>
              <a:gd name="T9" fmla="*/ 3633 h 5136"/>
              <a:gd name="T10" fmla="*/ 0 w 7268"/>
              <a:gd name="T11" fmla="*/ 3633 h 5136"/>
              <a:gd name="T12" fmla="*/ 324 w 7268"/>
              <a:gd name="T13" fmla="*/ 5135 h 5136"/>
              <a:gd name="T14" fmla="*/ 6943 w 7268"/>
              <a:gd name="T15" fmla="*/ 5135 h 5136"/>
              <a:gd name="T16" fmla="*/ 6943 w 7268"/>
              <a:gd name="T17" fmla="*/ 5135 h 5136"/>
              <a:gd name="T18" fmla="*/ 7267 w 7268"/>
              <a:gd name="T19" fmla="*/ 3633 h 5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268" h="5136">
                <a:moveTo>
                  <a:pt x="7267" y="3633"/>
                </a:moveTo>
                <a:lnTo>
                  <a:pt x="7267" y="3633"/>
                </a:lnTo>
                <a:cubicBezTo>
                  <a:pt x="7267" y="1627"/>
                  <a:pt x="5640" y="0"/>
                  <a:pt x="3633" y="0"/>
                </a:cubicBezTo>
                <a:lnTo>
                  <a:pt x="3633" y="0"/>
                </a:lnTo>
                <a:cubicBezTo>
                  <a:pt x="1626" y="0"/>
                  <a:pt x="0" y="1627"/>
                  <a:pt x="0" y="3633"/>
                </a:cubicBezTo>
                <a:lnTo>
                  <a:pt x="0" y="3633"/>
                </a:lnTo>
                <a:cubicBezTo>
                  <a:pt x="0" y="4169"/>
                  <a:pt x="115" y="4677"/>
                  <a:pt x="324" y="5135"/>
                </a:cubicBezTo>
                <a:lnTo>
                  <a:pt x="6943" y="5135"/>
                </a:lnTo>
                <a:lnTo>
                  <a:pt x="6943" y="5135"/>
                </a:lnTo>
                <a:cubicBezTo>
                  <a:pt x="7151" y="4677"/>
                  <a:pt x="7267" y="4169"/>
                  <a:pt x="7267" y="3633"/>
                </a:cubicBezTo>
              </a:path>
            </a:pathLst>
          </a:custGeom>
          <a:solidFill>
            <a:schemeClr val="bg1">
              <a:lumMod val="7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0" name="Freeform 24">
            <a:extLst>
              <a:ext uri="{FF2B5EF4-FFF2-40B4-BE49-F238E27FC236}">
                <a16:creationId xmlns:a16="http://schemas.microsoft.com/office/drawing/2014/main" id="{85395C59-0A1E-023D-EBE1-FED07F906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7353" y="1325659"/>
            <a:ext cx="1918800" cy="1800000"/>
          </a:xfrm>
          <a:custGeom>
            <a:avLst/>
            <a:gdLst>
              <a:gd name="T0" fmla="*/ 7267 w 7268"/>
              <a:gd name="T1" fmla="*/ 3633 h 5136"/>
              <a:gd name="T2" fmla="*/ 7267 w 7268"/>
              <a:gd name="T3" fmla="*/ 3633 h 5136"/>
              <a:gd name="T4" fmla="*/ 3633 w 7268"/>
              <a:gd name="T5" fmla="*/ 0 h 5136"/>
              <a:gd name="T6" fmla="*/ 3633 w 7268"/>
              <a:gd name="T7" fmla="*/ 0 h 5136"/>
              <a:gd name="T8" fmla="*/ 0 w 7268"/>
              <a:gd name="T9" fmla="*/ 3633 h 5136"/>
              <a:gd name="T10" fmla="*/ 0 w 7268"/>
              <a:gd name="T11" fmla="*/ 3633 h 5136"/>
              <a:gd name="T12" fmla="*/ 324 w 7268"/>
              <a:gd name="T13" fmla="*/ 5135 h 5136"/>
              <a:gd name="T14" fmla="*/ 6943 w 7268"/>
              <a:gd name="T15" fmla="*/ 5135 h 5136"/>
              <a:gd name="T16" fmla="*/ 6943 w 7268"/>
              <a:gd name="T17" fmla="*/ 5135 h 5136"/>
              <a:gd name="T18" fmla="*/ 7267 w 7268"/>
              <a:gd name="T19" fmla="*/ 3633 h 5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268" h="5136">
                <a:moveTo>
                  <a:pt x="7267" y="3633"/>
                </a:moveTo>
                <a:lnTo>
                  <a:pt x="7267" y="3633"/>
                </a:lnTo>
                <a:cubicBezTo>
                  <a:pt x="7267" y="1627"/>
                  <a:pt x="5640" y="0"/>
                  <a:pt x="3633" y="0"/>
                </a:cubicBezTo>
                <a:lnTo>
                  <a:pt x="3633" y="0"/>
                </a:lnTo>
                <a:cubicBezTo>
                  <a:pt x="1626" y="0"/>
                  <a:pt x="0" y="1627"/>
                  <a:pt x="0" y="3633"/>
                </a:cubicBezTo>
                <a:lnTo>
                  <a:pt x="0" y="3633"/>
                </a:lnTo>
                <a:cubicBezTo>
                  <a:pt x="0" y="4169"/>
                  <a:pt x="115" y="4677"/>
                  <a:pt x="324" y="5135"/>
                </a:cubicBezTo>
                <a:lnTo>
                  <a:pt x="6943" y="5135"/>
                </a:lnTo>
                <a:lnTo>
                  <a:pt x="6943" y="5135"/>
                </a:lnTo>
                <a:cubicBezTo>
                  <a:pt x="7151" y="4677"/>
                  <a:pt x="7267" y="4169"/>
                  <a:pt x="7267" y="3633"/>
                </a:cubicBezTo>
              </a:path>
            </a:pathLst>
          </a:custGeom>
          <a:solidFill>
            <a:schemeClr val="bg1">
              <a:lumMod val="75000"/>
              <a:alpha val="3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819E5673-25E5-2891-6BAC-56B90E078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81" y="1819880"/>
            <a:ext cx="1609120" cy="1609120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6D365DA0-66E3-0676-53A9-802813889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953" y="1988655"/>
            <a:ext cx="1609200" cy="1609200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D3FA3C59-4AAD-A8D9-F5F1-3611FD453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120" y="1926236"/>
            <a:ext cx="1609200" cy="160920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C705108-B051-276B-F9E0-282D0C9A53A2}"/>
              </a:ext>
            </a:extLst>
          </p:cNvPr>
          <p:cNvSpPr txBox="1">
            <a:spLocks/>
          </p:cNvSpPr>
          <p:nvPr/>
        </p:nvSpPr>
        <p:spPr>
          <a:xfrm>
            <a:off x="3697639" y="343393"/>
            <a:ext cx="4796722" cy="8191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sz="4800" dirty="0">
                <a:solidFill>
                  <a:srgbClr val="97CA3D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الأهداف</a:t>
            </a:r>
            <a:endParaRPr lang="en-ID" sz="4800" dirty="0">
              <a:solidFill>
                <a:srgbClr val="97CA3D"/>
              </a:solidFill>
              <a:latin typeface="GE SS Two Bold" panose="020A0503020102020204" pitchFamily="18" charset="-78"/>
              <a:ea typeface="GE SS Two Bold" panose="020A0503020102020204" pitchFamily="18" charset="-78"/>
              <a:cs typeface="GE SS Two Bold" panose="020A0503020102020204" pitchFamily="18" charset="-78"/>
            </a:endParaRPr>
          </a:p>
        </p:txBody>
      </p:sp>
      <p:sp>
        <p:nvSpPr>
          <p:cNvPr id="2" name="Freeform 45">
            <a:extLst>
              <a:ext uri="{FF2B5EF4-FFF2-40B4-BE49-F238E27FC236}">
                <a16:creationId xmlns:a16="http://schemas.microsoft.com/office/drawing/2014/main" id="{A0CC4E4C-79E4-7B1E-9F92-99FDB2A04F3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914750" y="3518139"/>
            <a:ext cx="445690" cy="459038"/>
          </a:xfrm>
          <a:custGeom>
            <a:avLst/>
            <a:gdLst>
              <a:gd name="T0" fmla="*/ 900 w 1620"/>
              <a:gd name="T1" fmla="*/ 0 h 1914"/>
              <a:gd name="T2" fmla="*/ 83 w 1620"/>
              <a:gd name="T3" fmla="*/ 0 h 1914"/>
              <a:gd name="T4" fmla="*/ 83 w 1620"/>
              <a:gd name="T5" fmla="*/ 0 h 1914"/>
              <a:gd name="T6" fmla="*/ 34 w 1620"/>
              <a:gd name="T7" fmla="*/ 118 h 1914"/>
              <a:gd name="T8" fmla="*/ 618 w 1620"/>
              <a:gd name="T9" fmla="*/ 910 h 1914"/>
              <a:gd name="T10" fmla="*/ 618 w 1620"/>
              <a:gd name="T11" fmla="*/ 910 h 1914"/>
              <a:gd name="T12" fmla="*/ 618 w 1620"/>
              <a:gd name="T13" fmla="*/ 1002 h 1914"/>
              <a:gd name="T14" fmla="*/ 34 w 1620"/>
              <a:gd name="T15" fmla="*/ 1795 h 1914"/>
              <a:gd name="T16" fmla="*/ 34 w 1620"/>
              <a:gd name="T17" fmla="*/ 1795 h 1914"/>
              <a:gd name="T18" fmla="*/ 83 w 1620"/>
              <a:gd name="T19" fmla="*/ 1913 h 1914"/>
              <a:gd name="T20" fmla="*/ 900 w 1620"/>
              <a:gd name="T21" fmla="*/ 1913 h 1914"/>
              <a:gd name="T22" fmla="*/ 900 w 1620"/>
              <a:gd name="T23" fmla="*/ 1913 h 1914"/>
              <a:gd name="T24" fmla="*/ 949 w 1620"/>
              <a:gd name="T25" fmla="*/ 1888 h 1914"/>
              <a:gd name="T26" fmla="*/ 1599 w 1620"/>
              <a:gd name="T27" fmla="*/ 1002 h 1914"/>
              <a:gd name="T28" fmla="*/ 1599 w 1620"/>
              <a:gd name="T29" fmla="*/ 1002 h 1914"/>
              <a:gd name="T30" fmla="*/ 1599 w 1620"/>
              <a:gd name="T31" fmla="*/ 910 h 1914"/>
              <a:gd name="T32" fmla="*/ 949 w 1620"/>
              <a:gd name="T33" fmla="*/ 25 h 1914"/>
              <a:gd name="T34" fmla="*/ 949 w 1620"/>
              <a:gd name="T35" fmla="*/ 25 h 1914"/>
              <a:gd name="T36" fmla="*/ 900 w 1620"/>
              <a:gd name="T37" fmla="*/ 0 h 1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20" h="1914">
                <a:moveTo>
                  <a:pt x="900" y="0"/>
                </a:moveTo>
                <a:lnTo>
                  <a:pt x="83" y="0"/>
                </a:lnTo>
                <a:lnTo>
                  <a:pt x="83" y="0"/>
                </a:lnTo>
                <a:cubicBezTo>
                  <a:pt x="28" y="0"/>
                  <a:pt x="0" y="71"/>
                  <a:pt x="34" y="118"/>
                </a:cubicBezTo>
                <a:lnTo>
                  <a:pt x="618" y="910"/>
                </a:lnTo>
                <a:lnTo>
                  <a:pt x="618" y="910"/>
                </a:lnTo>
                <a:cubicBezTo>
                  <a:pt x="637" y="937"/>
                  <a:pt x="637" y="975"/>
                  <a:pt x="618" y="1002"/>
                </a:cubicBezTo>
                <a:lnTo>
                  <a:pt x="34" y="1795"/>
                </a:lnTo>
                <a:lnTo>
                  <a:pt x="34" y="1795"/>
                </a:lnTo>
                <a:cubicBezTo>
                  <a:pt x="0" y="1841"/>
                  <a:pt x="28" y="1913"/>
                  <a:pt x="83" y="1913"/>
                </a:cubicBezTo>
                <a:lnTo>
                  <a:pt x="900" y="1913"/>
                </a:lnTo>
                <a:lnTo>
                  <a:pt x="900" y="1913"/>
                </a:lnTo>
                <a:cubicBezTo>
                  <a:pt x="919" y="1913"/>
                  <a:pt x="937" y="1904"/>
                  <a:pt x="949" y="1888"/>
                </a:cubicBezTo>
                <a:lnTo>
                  <a:pt x="1599" y="1002"/>
                </a:lnTo>
                <a:lnTo>
                  <a:pt x="1599" y="1002"/>
                </a:lnTo>
                <a:cubicBezTo>
                  <a:pt x="1619" y="975"/>
                  <a:pt x="1619" y="937"/>
                  <a:pt x="1599" y="910"/>
                </a:cubicBezTo>
                <a:lnTo>
                  <a:pt x="949" y="25"/>
                </a:lnTo>
                <a:lnTo>
                  <a:pt x="949" y="25"/>
                </a:lnTo>
                <a:cubicBezTo>
                  <a:pt x="937" y="9"/>
                  <a:pt x="919" y="0"/>
                  <a:pt x="900" y="0"/>
                </a:cubicBezTo>
              </a:path>
            </a:pathLst>
          </a:custGeom>
          <a:solidFill>
            <a:srgbClr val="B271A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D5539704-ED26-708D-4C2A-65F9FCBE5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V="1">
            <a:off x="4290120" y="4342856"/>
            <a:ext cx="1800000" cy="1800000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50C8AD93-1E04-4915-278C-FB43D6845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812" y="4379214"/>
            <a:ext cx="1609200" cy="1609200"/>
          </a:xfrm>
          <a:prstGeom prst="rect">
            <a:avLst/>
          </a:prstGeom>
        </p:spPr>
      </p:pic>
      <p:pic>
        <p:nvPicPr>
          <p:cNvPr id="12" name="صورة 11">
            <a:extLst>
              <a:ext uri="{FF2B5EF4-FFF2-40B4-BE49-F238E27FC236}">
                <a16:creationId xmlns:a16="http://schemas.microsoft.com/office/drawing/2014/main" id="{619610C0-BF2D-E104-C003-E386B751F7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3886" y="4379214"/>
            <a:ext cx="1455334" cy="1455334"/>
          </a:xfrm>
          <a:prstGeom prst="rect">
            <a:avLst/>
          </a:prstGeom>
        </p:spPr>
      </p:pic>
      <p:sp>
        <p:nvSpPr>
          <p:cNvPr id="17" name="Freeform 13">
            <a:extLst>
              <a:ext uri="{FF2B5EF4-FFF2-40B4-BE49-F238E27FC236}">
                <a16:creationId xmlns:a16="http://schemas.microsoft.com/office/drawing/2014/main" id="{40A6A286-3E04-EE72-9734-4C0BEC982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757" y="2250817"/>
            <a:ext cx="45719" cy="45719"/>
          </a:xfrm>
          <a:custGeom>
            <a:avLst/>
            <a:gdLst>
              <a:gd name="T0" fmla="*/ 282 w 283"/>
              <a:gd name="T1" fmla="*/ 140 h 283"/>
              <a:gd name="T2" fmla="*/ 282 w 283"/>
              <a:gd name="T3" fmla="*/ 140 h 283"/>
              <a:gd name="T4" fmla="*/ 142 w 283"/>
              <a:gd name="T5" fmla="*/ 282 h 283"/>
              <a:gd name="T6" fmla="*/ 142 w 283"/>
              <a:gd name="T7" fmla="*/ 282 h 283"/>
              <a:gd name="T8" fmla="*/ 0 w 283"/>
              <a:gd name="T9" fmla="*/ 140 h 283"/>
              <a:gd name="T10" fmla="*/ 0 w 283"/>
              <a:gd name="T11" fmla="*/ 140 h 283"/>
              <a:gd name="T12" fmla="*/ 142 w 283"/>
              <a:gd name="T13" fmla="*/ 0 h 283"/>
              <a:gd name="T14" fmla="*/ 142 w 283"/>
              <a:gd name="T15" fmla="*/ 0 h 283"/>
              <a:gd name="T16" fmla="*/ 282 w 283"/>
              <a:gd name="T17" fmla="*/ 140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3" h="283">
                <a:moveTo>
                  <a:pt x="282" y="140"/>
                </a:moveTo>
                <a:lnTo>
                  <a:pt x="282" y="140"/>
                </a:lnTo>
                <a:cubicBezTo>
                  <a:pt x="282" y="219"/>
                  <a:pt x="219" y="282"/>
                  <a:pt x="142" y="282"/>
                </a:cubicBezTo>
                <a:lnTo>
                  <a:pt x="142" y="282"/>
                </a:lnTo>
                <a:cubicBezTo>
                  <a:pt x="63" y="282"/>
                  <a:pt x="0" y="219"/>
                  <a:pt x="0" y="140"/>
                </a:cubicBezTo>
                <a:lnTo>
                  <a:pt x="0" y="140"/>
                </a:lnTo>
                <a:cubicBezTo>
                  <a:pt x="0" y="63"/>
                  <a:pt x="63" y="0"/>
                  <a:pt x="142" y="0"/>
                </a:cubicBezTo>
                <a:lnTo>
                  <a:pt x="142" y="0"/>
                </a:lnTo>
                <a:cubicBezTo>
                  <a:pt x="219" y="0"/>
                  <a:pt x="282" y="63"/>
                  <a:pt x="282" y="14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5" name="Freeform 14">
            <a:extLst>
              <a:ext uri="{FF2B5EF4-FFF2-40B4-BE49-F238E27FC236}">
                <a16:creationId xmlns:a16="http://schemas.microsoft.com/office/drawing/2014/main" id="{E3CB991C-4447-2101-9045-E7D836C45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562" y="2173675"/>
            <a:ext cx="104121" cy="45719"/>
          </a:xfrm>
          <a:custGeom>
            <a:avLst/>
            <a:gdLst>
              <a:gd name="T0" fmla="*/ 596 w 646"/>
              <a:gd name="T1" fmla="*/ 100 h 101"/>
              <a:gd name="T2" fmla="*/ 50 w 646"/>
              <a:gd name="T3" fmla="*/ 100 h 101"/>
              <a:gd name="T4" fmla="*/ 50 w 646"/>
              <a:gd name="T5" fmla="*/ 100 h 101"/>
              <a:gd name="T6" fmla="*/ 0 w 646"/>
              <a:gd name="T7" fmla="*/ 49 h 101"/>
              <a:gd name="T8" fmla="*/ 0 w 646"/>
              <a:gd name="T9" fmla="*/ 49 h 101"/>
              <a:gd name="T10" fmla="*/ 50 w 646"/>
              <a:gd name="T11" fmla="*/ 0 h 101"/>
              <a:gd name="T12" fmla="*/ 596 w 646"/>
              <a:gd name="T13" fmla="*/ 0 h 101"/>
              <a:gd name="T14" fmla="*/ 596 w 646"/>
              <a:gd name="T15" fmla="*/ 0 h 101"/>
              <a:gd name="T16" fmla="*/ 645 w 646"/>
              <a:gd name="T17" fmla="*/ 49 h 101"/>
              <a:gd name="T18" fmla="*/ 645 w 646"/>
              <a:gd name="T19" fmla="*/ 49 h 101"/>
              <a:gd name="T20" fmla="*/ 596 w 646"/>
              <a:gd name="T21" fmla="*/ 100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46" h="101">
                <a:moveTo>
                  <a:pt x="596" y="100"/>
                </a:moveTo>
                <a:lnTo>
                  <a:pt x="50" y="100"/>
                </a:lnTo>
                <a:lnTo>
                  <a:pt x="50" y="100"/>
                </a:lnTo>
                <a:cubicBezTo>
                  <a:pt x="23" y="100"/>
                  <a:pt x="0" y="77"/>
                  <a:pt x="0" y="49"/>
                </a:cubicBezTo>
                <a:lnTo>
                  <a:pt x="0" y="49"/>
                </a:lnTo>
                <a:cubicBezTo>
                  <a:pt x="0" y="22"/>
                  <a:pt x="23" y="0"/>
                  <a:pt x="50" y="0"/>
                </a:cubicBezTo>
                <a:lnTo>
                  <a:pt x="596" y="0"/>
                </a:lnTo>
                <a:lnTo>
                  <a:pt x="596" y="0"/>
                </a:lnTo>
                <a:cubicBezTo>
                  <a:pt x="624" y="0"/>
                  <a:pt x="645" y="22"/>
                  <a:pt x="645" y="49"/>
                </a:cubicBezTo>
                <a:lnTo>
                  <a:pt x="645" y="49"/>
                </a:lnTo>
                <a:cubicBezTo>
                  <a:pt x="645" y="77"/>
                  <a:pt x="624" y="100"/>
                  <a:pt x="596" y="10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grpSp>
        <p:nvGrpSpPr>
          <p:cNvPr id="29" name="مجموعة 28">
            <a:extLst>
              <a:ext uri="{FF2B5EF4-FFF2-40B4-BE49-F238E27FC236}">
                <a16:creationId xmlns:a16="http://schemas.microsoft.com/office/drawing/2014/main" id="{4C8FD66D-F46E-7E58-3DC2-368941149846}"/>
              </a:ext>
            </a:extLst>
          </p:cNvPr>
          <p:cNvGrpSpPr/>
          <p:nvPr/>
        </p:nvGrpSpPr>
        <p:grpSpPr>
          <a:xfrm>
            <a:off x="1727417" y="4333084"/>
            <a:ext cx="820355" cy="1609121"/>
            <a:chOff x="1634188" y="4408972"/>
            <a:chExt cx="951333" cy="1803013"/>
          </a:xfrm>
        </p:grpSpPr>
        <p:grpSp>
          <p:nvGrpSpPr>
            <p:cNvPr id="26" name="مجموعة 25">
              <a:extLst>
                <a:ext uri="{FF2B5EF4-FFF2-40B4-BE49-F238E27FC236}">
                  <a16:creationId xmlns:a16="http://schemas.microsoft.com/office/drawing/2014/main" id="{6C345288-0511-9AF3-9034-BE018B6B8146}"/>
                </a:ext>
              </a:extLst>
            </p:cNvPr>
            <p:cNvGrpSpPr/>
            <p:nvPr/>
          </p:nvGrpSpPr>
          <p:grpSpPr>
            <a:xfrm>
              <a:off x="1634188" y="4408972"/>
              <a:ext cx="951333" cy="1803013"/>
              <a:chOff x="2728385" y="4168041"/>
              <a:chExt cx="1148098" cy="1979960"/>
            </a:xfrm>
          </p:grpSpPr>
          <p:sp>
            <p:nvSpPr>
              <p:cNvPr id="14" name="Freeform 2">
                <a:extLst>
                  <a:ext uri="{FF2B5EF4-FFF2-40B4-BE49-F238E27FC236}">
                    <a16:creationId xmlns:a16="http://schemas.microsoft.com/office/drawing/2014/main" id="{3DA5BDB1-F31D-CCE1-36BF-0A8968948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8385" y="4168041"/>
                <a:ext cx="1148098" cy="1979960"/>
              </a:xfrm>
              <a:custGeom>
                <a:avLst/>
                <a:gdLst>
                  <a:gd name="T0" fmla="*/ 6190 w 6947"/>
                  <a:gd name="T1" fmla="*/ 10805 h 10806"/>
                  <a:gd name="T2" fmla="*/ 3474 w 6947"/>
                  <a:gd name="T3" fmla="*/ 10805 h 10806"/>
                  <a:gd name="T4" fmla="*/ 756 w 6947"/>
                  <a:gd name="T5" fmla="*/ 10805 h 10806"/>
                  <a:gd name="T6" fmla="*/ 756 w 6947"/>
                  <a:gd name="T7" fmla="*/ 10805 h 10806"/>
                  <a:gd name="T8" fmla="*/ 221 w 6947"/>
                  <a:gd name="T9" fmla="*/ 10584 h 10806"/>
                  <a:gd name="T10" fmla="*/ 221 w 6947"/>
                  <a:gd name="T11" fmla="*/ 10584 h 10806"/>
                  <a:gd name="T12" fmla="*/ 0 w 6947"/>
                  <a:gd name="T13" fmla="*/ 10049 h 10806"/>
                  <a:gd name="T14" fmla="*/ 0 w 6947"/>
                  <a:gd name="T15" fmla="*/ 5668 h 10806"/>
                  <a:gd name="T16" fmla="*/ 0 w 6947"/>
                  <a:gd name="T17" fmla="*/ 756 h 10806"/>
                  <a:gd name="T18" fmla="*/ 0 w 6947"/>
                  <a:gd name="T19" fmla="*/ 756 h 10806"/>
                  <a:gd name="T20" fmla="*/ 221 w 6947"/>
                  <a:gd name="T21" fmla="*/ 221 h 10806"/>
                  <a:gd name="T22" fmla="*/ 221 w 6947"/>
                  <a:gd name="T23" fmla="*/ 221 h 10806"/>
                  <a:gd name="T24" fmla="*/ 756 w 6947"/>
                  <a:gd name="T25" fmla="*/ 0 h 10806"/>
                  <a:gd name="T26" fmla="*/ 3474 w 6947"/>
                  <a:gd name="T27" fmla="*/ 0 h 10806"/>
                  <a:gd name="T28" fmla="*/ 6190 w 6947"/>
                  <a:gd name="T29" fmla="*/ 0 h 10806"/>
                  <a:gd name="T30" fmla="*/ 6190 w 6947"/>
                  <a:gd name="T31" fmla="*/ 0 h 10806"/>
                  <a:gd name="T32" fmla="*/ 6724 w 6947"/>
                  <a:gd name="T33" fmla="*/ 221 h 10806"/>
                  <a:gd name="T34" fmla="*/ 6724 w 6947"/>
                  <a:gd name="T35" fmla="*/ 221 h 10806"/>
                  <a:gd name="T36" fmla="*/ 6946 w 6947"/>
                  <a:gd name="T37" fmla="*/ 756 h 10806"/>
                  <a:gd name="T38" fmla="*/ 6946 w 6947"/>
                  <a:gd name="T39" fmla="*/ 5668 h 10806"/>
                  <a:gd name="T40" fmla="*/ 6946 w 6947"/>
                  <a:gd name="T41" fmla="*/ 10049 h 10806"/>
                  <a:gd name="T42" fmla="*/ 6946 w 6947"/>
                  <a:gd name="T43" fmla="*/ 10049 h 10806"/>
                  <a:gd name="T44" fmla="*/ 6724 w 6947"/>
                  <a:gd name="T45" fmla="*/ 10584 h 10806"/>
                  <a:gd name="T46" fmla="*/ 6724 w 6947"/>
                  <a:gd name="T47" fmla="*/ 10584 h 10806"/>
                  <a:gd name="T48" fmla="*/ 6190 w 6947"/>
                  <a:gd name="T49" fmla="*/ 10805 h 10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947" h="10806">
                    <a:moveTo>
                      <a:pt x="6190" y="10805"/>
                    </a:moveTo>
                    <a:lnTo>
                      <a:pt x="3474" y="10805"/>
                    </a:lnTo>
                    <a:lnTo>
                      <a:pt x="756" y="10805"/>
                    </a:lnTo>
                    <a:lnTo>
                      <a:pt x="756" y="10805"/>
                    </a:lnTo>
                    <a:cubicBezTo>
                      <a:pt x="547" y="10805"/>
                      <a:pt x="358" y="10721"/>
                      <a:pt x="221" y="10584"/>
                    </a:cubicBezTo>
                    <a:lnTo>
                      <a:pt x="221" y="10584"/>
                    </a:lnTo>
                    <a:cubicBezTo>
                      <a:pt x="85" y="10447"/>
                      <a:pt x="0" y="10258"/>
                      <a:pt x="0" y="10049"/>
                    </a:cubicBezTo>
                    <a:lnTo>
                      <a:pt x="0" y="5668"/>
                    </a:lnTo>
                    <a:lnTo>
                      <a:pt x="0" y="756"/>
                    </a:lnTo>
                    <a:lnTo>
                      <a:pt x="0" y="756"/>
                    </a:lnTo>
                    <a:cubicBezTo>
                      <a:pt x="0" y="547"/>
                      <a:pt x="85" y="358"/>
                      <a:pt x="221" y="221"/>
                    </a:cubicBezTo>
                    <a:lnTo>
                      <a:pt x="221" y="221"/>
                    </a:lnTo>
                    <a:cubicBezTo>
                      <a:pt x="358" y="84"/>
                      <a:pt x="547" y="0"/>
                      <a:pt x="756" y="0"/>
                    </a:cubicBezTo>
                    <a:lnTo>
                      <a:pt x="3474" y="0"/>
                    </a:lnTo>
                    <a:lnTo>
                      <a:pt x="6190" y="0"/>
                    </a:lnTo>
                    <a:lnTo>
                      <a:pt x="6190" y="0"/>
                    </a:lnTo>
                    <a:cubicBezTo>
                      <a:pt x="6398" y="0"/>
                      <a:pt x="6588" y="84"/>
                      <a:pt x="6724" y="221"/>
                    </a:cubicBezTo>
                    <a:lnTo>
                      <a:pt x="6724" y="221"/>
                    </a:lnTo>
                    <a:cubicBezTo>
                      <a:pt x="6861" y="358"/>
                      <a:pt x="6946" y="547"/>
                      <a:pt x="6946" y="756"/>
                    </a:cubicBezTo>
                    <a:lnTo>
                      <a:pt x="6946" y="5668"/>
                    </a:lnTo>
                    <a:lnTo>
                      <a:pt x="6946" y="10049"/>
                    </a:lnTo>
                    <a:lnTo>
                      <a:pt x="6946" y="10049"/>
                    </a:lnTo>
                    <a:cubicBezTo>
                      <a:pt x="6946" y="10258"/>
                      <a:pt x="6861" y="10447"/>
                      <a:pt x="6724" y="10584"/>
                    </a:cubicBezTo>
                    <a:lnTo>
                      <a:pt x="6724" y="10584"/>
                    </a:lnTo>
                    <a:cubicBezTo>
                      <a:pt x="6588" y="10721"/>
                      <a:pt x="6398" y="10805"/>
                      <a:pt x="6190" y="10805"/>
                    </a:cubicBezTo>
                  </a:path>
                </a:pathLst>
              </a:custGeom>
              <a:solidFill>
                <a:srgbClr val="B271A7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9D1E8100-8166-FA02-061E-828E2C38E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4232026"/>
                <a:ext cx="967776" cy="1870255"/>
              </a:xfrm>
              <a:custGeom>
                <a:avLst/>
                <a:gdLst>
                  <a:gd name="T0" fmla="*/ 5907 w 5979"/>
                  <a:gd name="T1" fmla="*/ 69 h 9776"/>
                  <a:gd name="T2" fmla="*/ 5907 w 5979"/>
                  <a:gd name="T3" fmla="*/ 69 h 9776"/>
                  <a:gd name="T4" fmla="*/ 5735 w 5979"/>
                  <a:gd name="T5" fmla="*/ 0 h 9776"/>
                  <a:gd name="T6" fmla="*/ 4143 w 5979"/>
                  <a:gd name="T7" fmla="*/ 0 h 9776"/>
                  <a:gd name="T8" fmla="*/ 4143 w 5979"/>
                  <a:gd name="T9" fmla="*/ 0 h 9776"/>
                  <a:gd name="T10" fmla="*/ 3999 w 5979"/>
                  <a:gd name="T11" fmla="*/ 41 h 9776"/>
                  <a:gd name="T12" fmla="*/ 3999 w 5979"/>
                  <a:gd name="T13" fmla="*/ 41 h 9776"/>
                  <a:gd name="T14" fmla="*/ 3899 w 5979"/>
                  <a:gd name="T15" fmla="*/ 154 h 9776"/>
                  <a:gd name="T16" fmla="*/ 3899 w 5979"/>
                  <a:gd name="T17" fmla="*/ 154 h 9776"/>
                  <a:gd name="T18" fmla="*/ 3899 w 5979"/>
                  <a:gd name="T19" fmla="*/ 154 h 9776"/>
                  <a:gd name="T20" fmla="*/ 3574 w 5979"/>
                  <a:gd name="T21" fmla="*/ 359 h 9776"/>
                  <a:gd name="T22" fmla="*/ 2418 w 5979"/>
                  <a:gd name="T23" fmla="*/ 359 h 9776"/>
                  <a:gd name="T24" fmla="*/ 2418 w 5979"/>
                  <a:gd name="T25" fmla="*/ 359 h 9776"/>
                  <a:gd name="T26" fmla="*/ 2093 w 5979"/>
                  <a:gd name="T27" fmla="*/ 154 h 9776"/>
                  <a:gd name="T28" fmla="*/ 2093 w 5979"/>
                  <a:gd name="T29" fmla="*/ 154 h 9776"/>
                  <a:gd name="T30" fmla="*/ 2093 w 5979"/>
                  <a:gd name="T31" fmla="*/ 154 h 9776"/>
                  <a:gd name="T32" fmla="*/ 2000 w 5979"/>
                  <a:gd name="T33" fmla="*/ 46 h 9776"/>
                  <a:gd name="T34" fmla="*/ 2000 w 5979"/>
                  <a:gd name="T35" fmla="*/ 46 h 9776"/>
                  <a:gd name="T36" fmla="*/ 1849 w 5979"/>
                  <a:gd name="T37" fmla="*/ 0 h 9776"/>
                  <a:gd name="T38" fmla="*/ 244 w 5979"/>
                  <a:gd name="T39" fmla="*/ 0 h 9776"/>
                  <a:gd name="T40" fmla="*/ 244 w 5979"/>
                  <a:gd name="T41" fmla="*/ 0 h 9776"/>
                  <a:gd name="T42" fmla="*/ 71 w 5979"/>
                  <a:gd name="T43" fmla="*/ 69 h 9776"/>
                  <a:gd name="T44" fmla="*/ 71 w 5979"/>
                  <a:gd name="T45" fmla="*/ 69 h 9776"/>
                  <a:gd name="T46" fmla="*/ 0 w 5979"/>
                  <a:gd name="T47" fmla="*/ 239 h 9776"/>
                  <a:gd name="T48" fmla="*/ 0 w 5979"/>
                  <a:gd name="T49" fmla="*/ 5153 h 9776"/>
                  <a:gd name="T50" fmla="*/ 0 w 5979"/>
                  <a:gd name="T51" fmla="*/ 9537 h 9776"/>
                  <a:gd name="T52" fmla="*/ 0 w 5979"/>
                  <a:gd name="T53" fmla="*/ 9537 h 9776"/>
                  <a:gd name="T54" fmla="*/ 71 w 5979"/>
                  <a:gd name="T55" fmla="*/ 9706 h 9776"/>
                  <a:gd name="T56" fmla="*/ 71 w 5979"/>
                  <a:gd name="T57" fmla="*/ 9706 h 9776"/>
                  <a:gd name="T58" fmla="*/ 244 w 5979"/>
                  <a:gd name="T59" fmla="*/ 9775 h 9776"/>
                  <a:gd name="T60" fmla="*/ 2990 w 5979"/>
                  <a:gd name="T61" fmla="*/ 9775 h 9776"/>
                  <a:gd name="T62" fmla="*/ 5735 w 5979"/>
                  <a:gd name="T63" fmla="*/ 9775 h 9776"/>
                  <a:gd name="T64" fmla="*/ 5735 w 5979"/>
                  <a:gd name="T65" fmla="*/ 9775 h 9776"/>
                  <a:gd name="T66" fmla="*/ 5907 w 5979"/>
                  <a:gd name="T67" fmla="*/ 9706 h 9776"/>
                  <a:gd name="T68" fmla="*/ 5907 w 5979"/>
                  <a:gd name="T69" fmla="*/ 9706 h 9776"/>
                  <a:gd name="T70" fmla="*/ 5978 w 5979"/>
                  <a:gd name="T71" fmla="*/ 9537 h 9776"/>
                  <a:gd name="T72" fmla="*/ 5978 w 5979"/>
                  <a:gd name="T73" fmla="*/ 5153 h 9776"/>
                  <a:gd name="T74" fmla="*/ 5978 w 5979"/>
                  <a:gd name="T75" fmla="*/ 239 h 9776"/>
                  <a:gd name="T76" fmla="*/ 5978 w 5979"/>
                  <a:gd name="T77" fmla="*/ 239 h 9776"/>
                  <a:gd name="T78" fmla="*/ 5907 w 5979"/>
                  <a:gd name="T79" fmla="*/ 69 h 9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979" h="9776">
                    <a:moveTo>
                      <a:pt x="5907" y="69"/>
                    </a:moveTo>
                    <a:lnTo>
                      <a:pt x="5907" y="69"/>
                    </a:lnTo>
                    <a:cubicBezTo>
                      <a:pt x="5863" y="27"/>
                      <a:pt x="5802" y="0"/>
                      <a:pt x="5735" y="0"/>
                    </a:cubicBezTo>
                    <a:lnTo>
                      <a:pt x="4143" y="0"/>
                    </a:lnTo>
                    <a:lnTo>
                      <a:pt x="4143" y="0"/>
                    </a:lnTo>
                    <a:cubicBezTo>
                      <a:pt x="4091" y="0"/>
                      <a:pt x="4041" y="15"/>
                      <a:pt x="3999" y="41"/>
                    </a:cubicBezTo>
                    <a:lnTo>
                      <a:pt x="3999" y="41"/>
                    </a:lnTo>
                    <a:cubicBezTo>
                      <a:pt x="3956" y="69"/>
                      <a:pt x="3922" y="107"/>
                      <a:pt x="3899" y="154"/>
                    </a:cubicBezTo>
                    <a:lnTo>
                      <a:pt x="3899" y="154"/>
                    </a:lnTo>
                    <a:lnTo>
                      <a:pt x="3899" y="154"/>
                    </a:lnTo>
                    <a:cubicBezTo>
                      <a:pt x="3839" y="279"/>
                      <a:pt x="3713" y="359"/>
                      <a:pt x="3574" y="359"/>
                    </a:cubicBezTo>
                    <a:lnTo>
                      <a:pt x="2418" y="359"/>
                    </a:lnTo>
                    <a:lnTo>
                      <a:pt x="2418" y="359"/>
                    </a:lnTo>
                    <a:cubicBezTo>
                      <a:pt x="2280" y="359"/>
                      <a:pt x="2153" y="279"/>
                      <a:pt x="2093" y="154"/>
                    </a:cubicBezTo>
                    <a:lnTo>
                      <a:pt x="2093" y="154"/>
                    </a:lnTo>
                    <a:lnTo>
                      <a:pt x="2093" y="154"/>
                    </a:lnTo>
                    <a:cubicBezTo>
                      <a:pt x="2072" y="109"/>
                      <a:pt x="2039" y="73"/>
                      <a:pt x="2000" y="46"/>
                    </a:cubicBezTo>
                    <a:lnTo>
                      <a:pt x="2000" y="46"/>
                    </a:lnTo>
                    <a:cubicBezTo>
                      <a:pt x="1956" y="16"/>
                      <a:pt x="1904" y="0"/>
                      <a:pt x="1849" y="0"/>
                    </a:cubicBezTo>
                    <a:lnTo>
                      <a:pt x="244" y="0"/>
                    </a:lnTo>
                    <a:lnTo>
                      <a:pt x="244" y="0"/>
                    </a:lnTo>
                    <a:cubicBezTo>
                      <a:pt x="176" y="0"/>
                      <a:pt x="116" y="27"/>
                      <a:pt x="71" y="69"/>
                    </a:cubicBezTo>
                    <a:lnTo>
                      <a:pt x="71" y="69"/>
                    </a:lnTo>
                    <a:cubicBezTo>
                      <a:pt x="27" y="113"/>
                      <a:pt x="0" y="172"/>
                      <a:pt x="0" y="239"/>
                    </a:cubicBezTo>
                    <a:lnTo>
                      <a:pt x="0" y="5153"/>
                    </a:lnTo>
                    <a:lnTo>
                      <a:pt x="0" y="9537"/>
                    </a:lnTo>
                    <a:lnTo>
                      <a:pt x="0" y="9537"/>
                    </a:lnTo>
                    <a:cubicBezTo>
                      <a:pt x="0" y="9603"/>
                      <a:pt x="27" y="9662"/>
                      <a:pt x="71" y="9706"/>
                    </a:cubicBezTo>
                    <a:lnTo>
                      <a:pt x="71" y="9706"/>
                    </a:lnTo>
                    <a:cubicBezTo>
                      <a:pt x="116" y="9748"/>
                      <a:pt x="176" y="9775"/>
                      <a:pt x="244" y="9775"/>
                    </a:cubicBezTo>
                    <a:lnTo>
                      <a:pt x="2990" y="9775"/>
                    </a:lnTo>
                    <a:lnTo>
                      <a:pt x="5735" y="9775"/>
                    </a:lnTo>
                    <a:lnTo>
                      <a:pt x="5735" y="9775"/>
                    </a:lnTo>
                    <a:cubicBezTo>
                      <a:pt x="5802" y="9775"/>
                      <a:pt x="5863" y="9748"/>
                      <a:pt x="5907" y="9706"/>
                    </a:cubicBezTo>
                    <a:lnTo>
                      <a:pt x="5907" y="9706"/>
                    </a:lnTo>
                    <a:cubicBezTo>
                      <a:pt x="5951" y="9662"/>
                      <a:pt x="5978" y="9603"/>
                      <a:pt x="5978" y="9537"/>
                    </a:cubicBezTo>
                    <a:lnTo>
                      <a:pt x="5978" y="5153"/>
                    </a:lnTo>
                    <a:lnTo>
                      <a:pt x="5978" y="239"/>
                    </a:lnTo>
                    <a:lnTo>
                      <a:pt x="5978" y="239"/>
                    </a:lnTo>
                    <a:cubicBezTo>
                      <a:pt x="5978" y="172"/>
                      <a:pt x="5951" y="113"/>
                      <a:pt x="5907" y="6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pic>
          <p:nvPicPr>
            <p:cNvPr id="28" name="صورة 27">
              <a:extLst>
                <a:ext uri="{FF2B5EF4-FFF2-40B4-BE49-F238E27FC236}">
                  <a16:creationId xmlns:a16="http://schemas.microsoft.com/office/drawing/2014/main" id="{C7980C85-567A-B288-9F31-AD93BCFE9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96081" y="4911075"/>
              <a:ext cx="815439" cy="815439"/>
            </a:xfrm>
            <a:prstGeom prst="rect">
              <a:avLst/>
            </a:prstGeom>
          </p:spPr>
        </p:pic>
      </p:grpSp>
      <p:sp>
        <p:nvSpPr>
          <p:cNvPr id="30" name="Freeform 45">
            <a:extLst>
              <a:ext uri="{FF2B5EF4-FFF2-40B4-BE49-F238E27FC236}">
                <a16:creationId xmlns:a16="http://schemas.microsoft.com/office/drawing/2014/main" id="{6E42B237-7F4B-6630-968B-318C605DBFC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60846" y="3670539"/>
            <a:ext cx="445690" cy="459038"/>
          </a:xfrm>
          <a:custGeom>
            <a:avLst/>
            <a:gdLst>
              <a:gd name="T0" fmla="*/ 900 w 1620"/>
              <a:gd name="T1" fmla="*/ 0 h 1914"/>
              <a:gd name="T2" fmla="*/ 83 w 1620"/>
              <a:gd name="T3" fmla="*/ 0 h 1914"/>
              <a:gd name="T4" fmla="*/ 83 w 1620"/>
              <a:gd name="T5" fmla="*/ 0 h 1914"/>
              <a:gd name="T6" fmla="*/ 34 w 1620"/>
              <a:gd name="T7" fmla="*/ 118 h 1914"/>
              <a:gd name="T8" fmla="*/ 618 w 1620"/>
              <a:gd name="T9" fmla="*/ 910 h 1914"/>
              <a:gd name="T10" fmla="*/ 618 w 1620"/>
              <a:gd name="T11" fmla="*/ 910 h 1914"/>
              <a:gd name="T12" fmla="*/ 618 w 1620"/>
              <a:gd name="T13" fmla="*/ 1002 h 1914"/>
              <a:gd name="T14" fmla="*/ 34 w 1620"/>
              <a:gd name="T15" fmla="*/ 1795 h 1914"/>
              <a:gd name="T16" fmla="*/ 34 w 1620"/>
              <a:gd name="T17" fmla="*/ 1795 h 1914"/>
              <a:gd name="T18" fmla="*/ 83 w 1620"/>
              <a:gd name="T19" fmla="*/ 1913 h 1914"/>
              <a:gd name="T20" fmla="*/ 900 w 1620"/>
              <a:gd name="T21" fmla="*/ 1913 h 1914"/>
              <a:gd name="T22" fmla="*/ 900 w 1620"/>
              <a:gd name="T23" fmla="*/ 1913 h 1914"/>
              <a:gd name="T24" fmla="*/ 949 w 1620"/>
              <a:gd name="T25" fmla="*/ 1888 h 1914"/>
              <a:gd name="T26" fmla="*/ 1599 w 1620"/>
              <a:gd name="T27" fmla="*/ 1002 h 1914"/>
              <a:gd name="T28" fmla="*/ 1599 w 1620"/>
              <a:gd name="T29" fmla="*/ 1002 h 1914"/>
              <a:gd name="T30" fmla="*/ 1599 w 1620"/>
              <a:gd name="T31" fmla="*/ 910 h 1914"/>
              <a:gd name="T32" fmla="*/ 949 w 1620"/>
              <a:gd name="T33" fmla="*/ 25 h 1914"/>
              <a:gd name="T34" fmla="*/ 949 w 1620"/>
              <a:gd name="T35" fmla="*/ 25 h 1914"/>
              <a:gd name="T36" fmla="*/ 900 w 1620"/>
              <a:gd name="T37" fmla="*/ 0 h 1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20" h="1914">
                <a:moveTo>
                  <a:pt x="900" y="0"/>
                </a:moveTo>
                <a:lnTo>
                  <a:pt x="83" y="0"/>
                </a:lnTo>
                <a:lnTo>
                  <a:pt x="83" y="0"/>
                </a:lnTo>
                <a:cubicBezTo>
                  <a:pt x="28" y="0"/>
                  <a:pt x="0" y="71"/>
                  <a:pt x="34" y="118"/>
                </a:cubicBezTo>
                <a:lnTo>
                  <a:pt x="618" y="910"/>
                </a:lnTo>
                <a:lnTo>
                  <a:pt x="618" y="910"/>
                </a:lnTo>
                <a:cubicBezTo>
                  <a:pt x="637" y="937"/>
                  <a:pt x="637" y="975"/>
                  <a:pt x="618" y="1002"/>
                </a:cubicBezTo>
                <a:lnTo>
                  <a:pt x="34" y="1795"/>
                </a:lnTo>
                <a:lnTo>
                  <a:pt x="34" y="1795"/>
                </a:lnTo>
                <a:cubicBezTo>
                  <a:pt x="0" y="1841"/>
                  <a:pt x="28" y="1913"/>
                  <a:pt x="83" y="1913"/>
                </a:cubicBezTo>
                <a:lnTo>
                  <a:pt x="900" y="1913"/>
                </a:lnTo>
                <a:lnTo>
                  <a:pt x="900" y="1913"/>
                </a:lnTo>
                <a:cubicBezTo>
                  <a:pt x="919" y="1913"/>
                  <a:pt x="937" y="1904"/>
                  <a:pt x="949" y="1888"/>
                </a:cubicBezTo>
                <a:lnTo>
                  <a:pt x="1599" y="1002"/>
                </a:lnTo>
                <a:lnTo>
                  <a:pt x="1599" y="1002"/>
                </a:lnTo>
                <a:cubicBezTo>
                  <a:pt x="1619" y="975"/>
                  <a:pt x="1619" y="937"/>
                  <a:pt x="1599" y="910"/>
                </a:cubicBezTo>
                <a:lnTo>
                  <a:pt x="949" y="25"/>
                </a:lnTo>
                <a:lnTo>
                  <a:pt x="949" y="25"/>
                </a:lnTo>
                <a:cubicBezTo>
                  <a:pt x="937" y="9"/>
                  <a:pt x="919" y="0"/>
                  <a:pt x="900" y="0"/>
                </a:cubicBezTo>
              </a:path>
            </a:pathLst>
          </a:custGeom>
          <a:solidFill>
            <a:srgbClr val="B271A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1" name="Freeform 45">
            <a:extLst>
              <a:ext uri="{FF2B5EF4-FFF2-40B4-BE49-F238E27FC236}">
                <a16:creationId xmlns:a16="http://schemas.microsoft.com/office/drawing/2014/main" id="{640943D3-A3EC-7F66-11F1-00DAE997FF5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520608" y="3663402"/>
            <a:ext cx="445690" cy="459038"/>
          </a:xfrm>
          <a:custGeom>
            <a:avLst/>
            <a:gdLst>
              <a:gd name="T0" fmla="*/ 900 w 1620"/>
              <a:gd name="T1" fmla="*/ 0 h 1914"/>
              <a:gd name="T2" fmla="*/ 83 w 1620"/>
              <a:gd name="T3" fmla="*/ 0 h 1914"/>
              <a:gd name="T4" fmla="*/ 83 w 1620"/>
              <a:gd name="T5" fmla="*/ 0 h 1914"/>
              <a:gd name="T6" fmla="*/ 34 w 1620"/>
              <a:gd name="T7" fmla="*/ 118 h 1914"/>
              <a:gd name="T8" fmla="*/ 618 w 1620"/>
              <a:gd name="T9" fmla="*/ 910 h 1914"/>
              <a:gd name="T10" fmla="*/ 618 w 1620"/>
              <a:gd name="T11" fmla="*/ 910 h 1914"/>
              <a:gd name="T12" fmla="*/ 618 w 1620"/>
              <a:gd name="T13" fmla="*/ 1002 h 1914"/>
              <a:gd name="T14" fmla="*/ 34 w 1620"/>
              <a:gd name="T15" fmla="*/ 1795 h 1914"/>
              <a:gd name="T16" fmla="*/ 34 w 1620"/>
              <a:gd name="T17" fmla="*/ 1795 h 1914"/>
              <a:gd name="T18" fmla="*/ 83 w 1620"/>
              <a:gd name="T19" fmla="*/ 1913 h 1914"/>
              <a:gd name="T20" fmla="*/ 900 w 1620"/>
              <a:gd name="T21" fmla="*/ 1913 h 1914"/>
              <a:gd name="T22" fmla="*/ 900 w 1620"/>
              <a:gd name="T23" fmla="*/ 1913 h 1914"/>
              <a:gd name="T24" fmla="*/ 949 w 1620"/>
              <a:gd name="T25" fmla="*/ 1888 h 1914"/>
              <a:gd name="T26" fmla="*/ 1599 w 1620"/>
              <a:gd name="T27" fmla="*/ 1002 h 1914"/>
              <a:gd name="T28" fmla="*/ 1599 w 1620"/>
              <a:gd name="T29" fmla="*/ 1002 h 1914"/>
              <a:gd name="T30" fmla="*/ 1599 w 1620"/>
              <a:gd name="T31" fmla="*/ 910 h 1914"/>
              <a:gd name="T32" fmla="*/ 949 w 1620"/>
              <a:gd name="T33" fmla="*/ 25 h 1914"/>
              <a:gd name="T34" fmla="*/ 949 w 1620"/>
              <a:gd name="T35" fmla="*/ 25 h 1914"/>
              <a:gd name="T36" fmla="*/ 900 w 1620"/>
              <a:gd name="T37" fmla="*/ 0 h 1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20" h="1914">
                <a:moveTo>
                  <a:pt x="900" y="0"/>
                </a:moveTo>
                <a:lnTo>
                  <a:pt x="83" y="0"/>
                </a:lnTo>
                <a:lnTo>
                  <a:pt x="83" y="0"/>
                </a:lnTo>
                <a:cubicBezTo>
                  <a:pt x="28" y="0"/>
                  <a:pt x="0" y="71"/>
                  <a:pt x="34" y="118"/>
                </a:cubicBezTo>
                <a:lnTo>
                  <a:pt x="618" y="910"/>
                </a:lnTo>
                <a:lnTo>
                  <a:pt x="618" y="910"/>
                </a:lnTo>
                <a:cubicBezTo>
                  <a:pt x="637" y="937"/>
                  <a:pt x="637" y="975"/>
                  <a:pt x="618" y="1002"/>
                </a:cubicBezTo>
                <a:lnTo>
                  <a:pt x="34" y="1795"/>
                </a:lnTo>
                <a:lnTo>
                  <a:pt x="34" y="1795"/>
                </a:lnTo>
                <a:cubicBezTo>
                  <a:pt x="0" y="1841"/>
                  <a:pt x="28" y="1913"/>
                  <a:pt x="83" y="1913"/>
                </a:cubicBezTo>
                <a:lnTo>
                  <a:pt x="900" y="1913"/>
                </a:lnTo>
                <a:lnTo>
                  <a:pt x="900" y="1913"/>
                </a:lnTo>
                <a:cubicBezTo>
                  <a:pt x="919" y="1913"/>
                  <a:pt x="937" y="1904"/>
                  <a:pt x="949" y="1888"/>
                </a:cubicBezTo>
                <a:lnTo>
                  <a:pt x="1599" y="1002"/>
                </a:lnTo>
                <a:lnTo>
                  <a:pt x="1599" y="1002"/>
                </a:lnTo>
                <a:cubicBezTo>
                  <a:pt x="1619" y="975"/>
                  <a:pt x="1619" y="937"/>
                  <a:pt x="1599" y="910"/>
                </a:cubicBezTo>
                <a:lnTo>
                  <a:pt x="949" y="25"/>
                </a:lnTo>
                <a:lnTo>
                  <a:pt x="949" y="25"/>
                </a:lnTo>
                <a:cubicBezTo>
                  <a:pt x="937" y="9"/>
                  <a:pt x="919" y="0"/>
                  <a:pt x="900" y="0"/>
                </a:cubicBezTo>
              </a:path>
            </a:pathLst>
          </a:custGeom>
          <a:solidFill>
            <a:srgbClr val="B271A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2" name="Freeform 45">
            <a:extLst>
              <a:ext uri="{FF2B5EF4-FFF2-40B4-BE49-F238E27FC236}">
                <a16:creationId xmlns:a16="http://schemas.microsoft.com/office/drawing/2014/main" id="{CBE808CE-CD64-8234-12B5-08F7EDD63BF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9298708" y="3502823"/>
            <a:ext cx="445690" cy="459038"/>
          </a:xfrm>
          <a:custGeom>
            <a:avLst/>
            <a:gdLst>
              <a:gd name="T0" fmla="*/ 900 w 1620"/>
              <a:gd name="T1" fmla="*/ 0 h 1914"/>
              <a:gd name="T2" fmla="*/ 83 w 1620"/>
              <a:gd name="T3" fmla="*/ 0 h 1914"/>
              <a:gd name="T4" fmla="*/ 83 w 1620"/>
              <a:gd name="T5" fmla="*/ 0 h 1914"/>
              <a:gd name="T6" fmla="*/ 34 w 1620"/>
              <a:gd name="T7" fmla="*/ 118 h 1914"/>
              <a:gd name="T8" fmla="*/ 618 w 1620"/>
              <a:gd name="T9" fmla="*/ 910 h 1914"/>
              <a:gd name="T10" fmla="*/ 618 w 1620"/>
              <a:gd name="T11" fmla="*/ 910 h 1914"/>
              <a:gd name="T12" fmla="*/ 618 w 1620"/>
              <a:gd name="T13" fmla="*/ 1002 h 1914"/>
              <a:gd name="T14" fmla="*/ 34 w 1620"/>
              <a:gd name="T15" fmla="*/ 1795 h 1914"/>
              <a:gd name="T16" fmla="*/ 34 w 1620"/>
              <a:gd name="T17" fmla="*/ 1795 h 1914"/>
              <a:gd name="T18" fmla="*/ 83 w 1620"/>
              <a:gd name="T19" fmla="*/ 1913 h 1914"/>
              <a:gd name="T20" fmla="*/ 900 w 1620"/>
              <a:gd name="T21" fmla="*/ 1913 h 1914"/>
              <a:gd name="T22" fmla="*/ 900 w 1620"/>
              <a:gd name="T23" fmla="*/ 1913 h 1914"/>
              <a:gd name="T24" fmla="*/ 949 w 1620"/>
              <a:gd name="T25" fmla="*/ 1888 h 1914"/>
              <a:gd name="T26" fmla="*/ 1599 w 1620"/>
              <a:gd name="T27" fmla="*/ 1002 h 1914"/>
              <a:gd name="T28" fmla="*/ 1599 w 1620"/>
              <a:gd name="T29" fmla="*/ 1002 h 1914"/>
              <a:gd name="T30" fmla="*/ 1599 w 1620"/>
              <a:gd name="T31" fmla="*/ 910 h 1914"/>
              <a:gd name="T32" fmla="*/ 949 w 1620"/>
              <a:gd name="T33" fmla="*/ 25 h 1914"/>
              <a:gd name="T34" fmla="*/ 949 w 1620"/>
              <a:gd name="T35" fmla="*/ 25 h 1914"/>
              <a:gd name="T36" fmla="*/ 900 w 1620"/>
              <a:gd name="T37" fmla="*/ 0 h 1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20" h="1914">
                <a:moveTo>
                  <a:pt x="900" y="0"/>
                </a:moveTo>
                <a:lnTo>
                  <a:pt x="83" y="0"/>
                </a:lnTo>
                <a:lnTo>
                  <a:pt x="83" y="0"/>
                </a:lnTo>
                <a:cubicBezTo>
                  <a:pt x="28" y="0"/>
                  <a:pt x="0" y="71"/>
                  <a:pt x="34" y="118"/>
                </a:cubicBezTo>
                <a:lnTo>
                  <a:pt x="618" y="910"/>
                </a:lnTo>
                <a:lnTo>
                  <a:pt x="618" y="910"/>
                </a:lnTo>
                <a:cubicBezTo>
                  <a:pt x="637" y="937"/>
                  <a:pt x="637" y="975"/>
                  <a:pt x="618" y="1002"/>
                </a:cubicBezTo>
                <a:lnTo>
                  <a:pt x="34" y="1795"/>
                </a:lnTo>
                <a:lnTo>
                  <a:pt x="34" y="1795"/>
                </a:lnTo>
                <a:cubicBezTo>
                  <a:pt x="0" y="1841"/>
                  <a:pt x="28" y="1913"/>
                  <a:pt x="83" y="1913"/>
                </a:cubicBezTo>
                <a:lnTo>
                  <a:pt x="900" y="1913"/>
                </a:lnTo>
                <a:lnTo>
                  <a:pt x="900" y="1913"/>
                </a:lnTo>
                <a:cubicBezTo>
                  <a:pt x="919" y="1913"/>
                  <a:pt x="937" y="1904"/>
                  <a:pt x="949" y="1888"/>
                </a:cubicBezTo>
                <a:lnTo>
                  <a:pt x="1599" y="1002"/>
                </a:lnTo>
                <a:lnTo>
                  <a:pt x="1599" y="1002"/>
                </a:lnTo>
                <a:cubicBezTo>
                  <a:pt x="1619" y="975"/>
                  <a:pt x="1619" y="937"/>
                  <a:pt x="1599" y="910"/>
                </a:cubicBezTo>
                <a:lnTo>
                  <a:pt x="949" y="25"/>
                </a:lnTo>
                <a:lnTo>
                  <a:pt x="949" y="25"/>
                </a:lnTo>
                <a:cubicBezTo>
                  <a:pt x="937" y="9"/>
                  <a:pt x="919" y="0"/>
                  <a:pt x="900" y="0"/>
                </a:cubicBezTo>
              </a:path>
            </a:pathLst>
          </a:custGeom>
          <a:solidFill>
            <a:srgbClr val="B271A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2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20" grpId="0" animBg="1"/>
      <p:bldP spid="24" grpId="0"/>
      <p:bldP spid="2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772AF187-16F7-4A45-8E11-2C73EC3E180B}"/>
              </a:ext>
            </a:extLst>
          </p:cNvPr>
          <p:cNvSpPr/>
          <p:nvPr/>
        </p:nvSpPr>
        <p:spPr>
          <a:xfrm rot="2700000" flipH="1">
            <a:off x="8177908" y="348507"/>
            <a:ext cx="5625807" cy="7661152"/>
          </a:xfrm>
          <a:custGeom>
            <a:avLst/>
            <a:gdLst>
              <a:gd name="connsiteX0" fmla="*/ 4849338 w 5625807"/>
              <a:gd name="connsiteY0" fmla="*/ 0 h 7661152"/>
              <a:gd name="connsiteX1" fmla="*/ 5625807 w 5625807"/>
              <a:gd name="connsiteY1" fmla="*/ 776469 h 7661152"/>
              <a:gd name="connsiteX2" fmla="*/ 5625807 w 5625807"/>
              <a:gd name="connsiteY2" fmla="*/ 6203326 h 7661152"/>
              <a:gd name="connsiteX3" fmla="*/ 4167981 w 5625807"/>
              <a:gd name="connsiteY3" fmla="*/ 7661152 h 7661152"/>
              <a:gd name="connsiteX4" fmla="*/ 2811814 w 5625807"/>
              <a:gd name="connsiteY4" fmla="*/ 7661152 h 7661152"/>
              <a:gd name="connsiteX5" fmla="*/ 0 w 5625807"/>
              <a:gd name="connsiteY5" fmla="*/ 4849338 h 766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25807" h="7661152">
                <a:moveTo>
                  <a:pt x="4849338" y="0"/>
                </a:moveTo>
                <a:lnTo>
                  <a:pt x="5625807" y="776469"/>
                </a:lnTo>
                <a:lnTo>
                  <a:pt x="5625807" y="6203326"/>
                </a:lnTo>
                <a:cubicBezTo>
                  <a:pt x="5625807" y="7008461"/>
                  <a:pt x="4973116" y="7661152"/>
                  <a:pt x="4167981" y="7661152"/>
                </a:cubicBezTo>
                <a:lnTo>
                  <a:pt x="2811814" y="7661152"/>
                </a:lnTo>
                <a:lnTo>
                  <a:pt x="0" y="4849338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82000"/>
                </a:schemeClr>
              </a:gs>
              <a:gs pos="100000">
                <a:schemeClr val="bg1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7" name="مجموعة 36">
            <a:extLst>
              <a:ext uri="{FF2B5EF4-FFF2-40B4-BE49-F238E27FC236}">
                <a16:creationId xmlns:a16="http://schemas.microsoft.com/office/drawing/2014/main" id="{56739054-C37C-8CF7-616C-6983BC45EB04}"/>
              </a:ext>
            </a:extLst>
          </p:cNvPr>
          <p:cNvGrpSpPr/>
          <p:nvPr/>
        </p:nvGrpSpPr>
        <p:grpSpPr>
          <a:xfrm>
            <a:off x="9046188" y="1225131"/>
            <a:ext cx="2094736" cy="4265605"/>
            <a:chOff x="9046188" y="1367263"/>
            <a:chExt cx="2094736" cy="4265605"/>
          </a:xfrm>
        </p:grpSpPr>
        <p:pic>
          <p:nvPicPr>
            <p:cNvPr id="31" name="صورة 30">
              <a:extLst>
                <a:ext uri="{FF2B5EF4-FFF2-40B4-BE49-F238E27FC236}">
                  <a16:creationId xmlns:a16="http://schemas.microsoft.com/office/drawing/2014/main" id="{90385DC7-4A14-6A89-F8E3-032D6E7D2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1541" y="1508760"/>
              <a:ext cx="1764030" cy="3977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859;p43">
              <a:extLst>
                <a:ext uri="{FF2B5EF4-FFF2-40B4-BE49-F238E27FC236}">
                  <a16:creationId xmlns:a16="http://schemas.microsoft.com/office/drawing/2014/main" id="{DCA00FBC-718E-94A8-D380-5F66CCB947A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046188" y="1367263"/>
              <a:ext cx="2094736" cy="42656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" name="مجموعة 35">
            <a:extLst>
              <a:ext uri="{FF2B5EF4-FFF2-40B4-BE49-F238E27FC236}">
                <a16:creationId xmlns:a16="http://schemas.microsoft.com/office/drawing/2014/main" id="{0B63BDD5-C0D7-7B18-4777-F3E22D7462FD}"/>
              </a:ext>
            </a:extLst>
          </p:cNvPr>
          <p:cNvGrpSpPr/>
          <p:nvPr/>
        </p:nvGrpSpPr>
        <p:grpSpPr>
          <a:xfrm>
            <a:off x="6099699" y="1367263"/>
            <a:ext cx="2088000" cy="4123473"/>
            <a:chOff x="6099699" y="1367263"/>
            <a:chExt cx="2088000" cy="4123473"/>
          </a:xfrm>
        </p:grpSpPr>
        <p:pic>
          <p:nvPicPr>
            <p:cNvPr id="32" name="صورة 31">
              <a:extLst>
                <a:ext uri="{FF2B5EF4-FFF2-40B4-BE49-F238E27FC236}">
                  <a16:creationId xmlns:a16="http://schemas.microsoft.com/office/drawing/2014/main" id="{298FA311-5B67-5E02-E362-947CFC0D0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7323" y="1399746"/>
              <a:ext cx="1859915" cy="396049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18" name="Google Shape;859;p43">
              <a:extLst>
                <a:ext uri="{FF2B5EF4-FFF2-40B4-BE49-F238E27FC236}">
                  <a16:creationId xmlns:a16="http://schemas.microsoft.com/office/drawing/2014/main" id="{C77E3774-1586-4B43-9035-EB33D1AACC4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099699" y="1367263"/>
              <a:ext cx="2088000" cy="41234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" name="مجموعة 34">
            <a:extLst>
              <a:ext uri="{FF2B5EF4-FFF2-40B4-BE49-F238E27FC236}">
                <a16:creationId xmlns:a16="http://schemas.microsoft.com/office/drawing/2014/main" id="{395ACA16-6CB2-506E-2F3F-9274F7310F09}"/>
              </a:ext>
            </a:extLst>
          </p:cNvPr>
          <p:cNvGrpSpPr/>
          <p:nvPr/>
        </p:nvGrpSpPr>
        <p:grpSpPr>
          <a:xfrm>
            <a:off x="-207990" y="2120647"/>
            <a:ext cx="6264769" cy="3239594"/>
            <a:chOff x="88003" y="1936093"/>
            <a:chExt cx="6264769" cy="3239594"/>
          </a:xfrm>
        </p:grpSpPr>
        <p:pic>
          <p:nvPicPr>
            <p:cNvPr id="33" name="صورة 32">
              <a:extLst>
                <a:ext uri="{FF2B5EF4-FFF2-40B4-BE49-F238E27FC236}">
                  <a16:creationId xmlns:a16="http://schemas.microsoft.com/office/drawing/2014/main" id="{B7BAD292-C8BF-4BD2-86AD-9BA351C39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5949" y="2104340"/>
              <a:ext cx="4132811" cy="252861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11" name="Picture 16">
              <a:extLst>
                <a:ext uri="{FF2B5EF4-FFF2-40B4-BE49-F238E27FC236}">
                  <a16:creationId xmlns:a16="http://schemas.microsoft.com/office/drawing/2014/main" id="{33FA2500-5045-5170-E069-054B8D371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003" y="1936093"/>
              <a:ext cx="6264769" cy="3239594"/>
            </a:xfrm>
            <a:prstGeom prst="rect">
              <a:avLst/>
            </a:prstGeom>
          </p:spPr>
        </p:pic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A792C921-DF78-A7BD-6322-ABB14A2C4E30}"/>
              </a:ext>
            </a:extLst>
          </p:cNvPr>
          <p:cNvSpPr txBox="1">
            <a:spLocks/>
          </p:cNvSpPr>
          <p:nvPr/>
        </p:nvSpPr>
        <p:spPr>
          <a:xfrm>
            <a:off x="1844040" y="397181"/>
            <a:ext cx="796676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sz="2800" dirty="0">
                <a:solidFill>
                  <a:srgbClr val="B271A7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وتم تحقيق ذلك من خلال 3 تطبيقات رئيسية</a:t>
            </a:r>
            <a:endParaRPr lang="en-ID" sz="2800" dirty="0">
              <a:solidFill>
                <a:srgbClr val="B271A7"/>
              </a:solidFill>
              <a:latin typeface="GE SS Two Bold" panose="020A0503020102020204" pitchFamily="18" charset="-78"/>
              <a:ea typeface="GE SS Two Bold" panose="020A0503020102020204" pitchFamily="18" charset="-78"/>
              <a:cs typeface="GE SS Two Bold" panose="020A0503020102020204" pitchFamily="18" charset="-78"/>
            </a:endParaRPr>
          </a:p>
        </p:txBody>
      </p:sp>
      <p:sp>
        <p:nvSpPr>
          <p:cNvPr id="38" name="مربع نص 37">
            <a:extLst>
              <a:ext uri="{FF2B5EF4-FFF2-40B4-BE49-F238E27FC236}">
                <a16:creationId xmlns:a16="http://schemas.microsoft.com/office/drawing/2014/main" id="{CB250A78-8F97-9408-7DAA-26763C8993B6}"/>
              </a:ext>
            </a:extLst>
          </p:cNvPr>
          <p:cNvSpPr txBox="1"/>
          <p:nvPr/>
        </p:nvSpPr>
        <p:spPr>
          <a:xfrm>
            <a:off x="1542375" y="5655226"/>
            <a:ext cx="308171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Y" dirty="0">
                <a:solidFill>
                  <a:schemeClr val="tx1">
                    <a:lumMod val="85000"/>
                    <a:lumOff val="15000"/>
                  </a:schemeClr>
                </a:solidFill>
                <a:latin typeface="Al-Jazeera-Arabic-Bold" panose="01000500000000020006" pitchFamily="2" charset="-78"/>
                <a:cs typeface="Al-Jazeera-Arabic-Bold" panose="01000500000000020006" pitchFamily="2" charset="-78"/>
              </a:rPr>
              <a:t>لوحة تحكم خاصة بالجمعية</a:t>
            </a:r>
          </a:p>
        </p:txBody>
      </p:sp>
      <p:sp>
        <p:nvSpPr>
          <p:cNvPr id="39" name="مربع نص 38">
            <a:extLst>
              <a:ext uri="{FF2B5EF4-FFF2-40B4-BE49-F238E27FC236}">
                <a16:creationId xmlns:a16="http://schemas.microsoft.com/office/drawing/2014/main" id="{48C3398B-0E3D-957E-FBFB-B58A9E748ABF}"/>
              </a:ext>
            </a:extLst>
          </p:cNvPr>
          <p:cNvSpPr txBox="1"/>
          <p:nvPr/>
        </p:nvSpPr>
        <p:spPr>
          <a:xfrm>
            <a:off x="5596424" y="5674612"/>
            <a:ext cx="308171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Y" dirty="0">
                <a:solidFill>
                  <a:schemeClr val="tx1">
                    <a:lumMod val="85000"/>
                    <a:lumOff val="15000"/>
                  </a:schemeClr>
                </a:solidFill>
                <a:latin typeface="Al-Jazeera-Arabic-Bold" panose="01000500000000020006" pitchFamily="2" charset="-78"/>
                <a:cs typeface="Al-Jazeera-Arabic-Bold" panose="01000500000000020006" pitchFamily="2" charset="-78"/>
              </a:rPr>
              <a:t>تطبيق المتبرع</a:t>
            </a:r>
          </a:p>
        </p:txBody>
      </p: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8DCB033C-B9D5-1693-C033-1612883D9A9E}"/>
              </a:ext>
            </a:extLst>
          </p:cNvPr>
          <p:cNvSpPr txBox="1"/>
          <p:nvPr/>
        </p:nvSpPr>
        <p:spPr>
          <a:xfrm>
            <a:off x="8552700" y="5738942"/>
            <a:ext cx="308171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Y" dirty="0">
                <a:solidFill>
                  <a:schemeClr val="tx1">
                    <a:lumMod val="85000"/>
                    <a:lumOff val="15000"/>
                  </a:schemeClr>
                </a:solidFill>
                <a:latin typeface="Al-Jazeera-Arabic-Bold" panose="01000500000000020006" pitchFamily="2" charset="-78"/>
                <a:cs typeface="Al-Jazeera-Arabic-Bold" panose="01000500000000020006" pitchFamily="2" charset="-78"/>
              </a:rPr>
              <a:t>تطبيق الطفل</a:t>
            </a:r>
          </a:p>
        </p:txBody>
      </p:sp>
    </p:spTree>
    <p:extLst>
      <p:ext uri="{BB962C8B-B14F-4D97-AF65-F5344CB8AC3E}">
        <p14:creationId xmlns:p14="http://schemas.microsoft.com/office/powerpoint/2010/main" val="379263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صورة 93">
            <a:extLst>
              <a:ext uri="{FF2B5EF4-FFF2-40B4-BE49-F238E27FC236}">
                <a16:creationId xmlns:a16="http://schemas.microsoft.com/office/drawing/2014/main" id="{D53179E0-1B9A-B990-13D8-5A9D9DF79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26" y="3597536"/>
            <a:ext cx="1951311" cy="1951311"/>
          </a:xfrm>
          <a:prstGeom prst="rect">
            <a:avLst/>
          </a:prstGeom>
        </p:spPr>
      </p:pic>
      <p:pic>
        <p:nvPicPr>
          <p:cNvPr id="92" name="صورة 91">
            <a:extLst>
              <a:ext uri="{FF2B5EF4-FFF2-40B4-BE49-F238E27FC236}">
                <a16:creationId xmlns:a16="http://schemas.microsoft.com/office/drawing/2014/main" id="{0C8CF153-845A-876C-3220-A5001C5B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348" y="4197441"/>
            <a:ext cx="1436603" cy="1436603"/>
          </a:xfrm>
          <a:prstGeom prst="rect">
            <a:avLst/>
          </a:prstGeom>
        </p:spPr>
      </p:pic>
      <p:grpSp>
        <p:nvGrpSpPr>
          <p:cNvPr id="24" name="Group 25">
            <a:extLst>
              <a:ext uri="{FF2B5EF4-FFF2-40B4-BE49-F238E27FC236}">
                <a16:creationId xmlns:a16="http://schemas.microsoft.com/office/drawing/2014/main" id="{3333F4E0-2548-5642-FD00-D755D8632949}"/>
              </a:ext>
            </a:extLst>
          </p:cNvPr>
          <p:cNvGrpSpPr/>
          <p:nvPr/>
        </p:nvGrpSpPr>
        <p:grpSpPr>
          <a:xfrm>
            <a:off x="2780226" y="2064478"/>
            <a:ext cx="7596264" cy="4826884"/>
            <a:chOff x="5404388" y="4763149"/>
            <a:chExt cx="13426043" cy="8998739"/>
          </a:xfrm>
        </p:grpSpPr>
        <p:grpSp>
          <p:nvGrpSpPr>
            <p:cNvPr id="25" name="Group 26">
              <a:extLst>
                <a:ext uri="{FF2B5EF4-FFF2-40B4-BE49-F238E27FC236}">
                  <a16:creationId xmlns:a16="http://schemas.microsoft.com/office/drawing/2014/main" id="{4AB6DCF2-3050-2569-A59E-97C4273B1015}"/>
                </a:ext>
              </a:extLst>
            </p:cNvPr>
            <p:cNvGrpSpPr/>
            <p:nvPr/>
          </p:nvGrpSpPr>
          <p:grpSpPr>
            <a:xfrm>
              <a:off x="5404388" y="9376611"/>
              <a:ext cx="2042087" cy="4338951"/>
              <a:chOff x="5404388" y="9376611"/>
              <a:chExt cx="2042087" cy="4338951"/>
            </a:xfrm>
          </p:grpSpPr>
          <p:sp>
            <p:nvSpPr>
              <p:cNvPr id="74" name="Freeform 2">
                <a:extLst>
                  <a:ext uri="{FF2B5EF4-FFF2-40B4-BE49-F238E27FC236}">
                    <a16:creationId xmlns:a16="http://schemas.microsoft.com/office/drawing/2014/main" id="{EE00CEF3-E472-7CE6-CDE6-4743DBAA9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1960" y="9376611"/>
                <a:ext cx="1864515" cy="2945392"/>
              </a:xfrm>
              <a:custGeom>
                <a:avLst/>
                <a:gdLst>
                  <a:gd name="T0" fmla="*/ 2030 w 2129"/>
                  <a:gd name="T1" fmla="*/ 439 h 3365"/>
                  <a:gd name="T2" fmla="*/ 2030 w 2129"/>
                  <a:gd name="T3" fmla="*/ 439 h 3365"/>
                  <a:gd name="T4" fmla="*/ 1858 w 2129"/>
                  <a:gd name="T5" fmla="*/ 510 h 3365"/>
                  <a:gd name="T6" fmla="*/ 1858 w 2129"/>
                  <a:gd name="T7" fmla="*/ 510 h 3365"/>
                  <a:gd name="T8" fmla="*/ 1963 w 2129"/>
                  <a:gd name="T9" fmla="*/ 149 h 3365"/>
                  <a:gd name="T10" fmla="*/ 1963 w 2129"/>
                  <a:gd name="T11" fmla="*/ 149 h 3365"/>
                  <a:gd name="T12" fmla="*/ 1767 w 2129"/>
                  <a:gd name="T13" fmla="*/ 154 h 3365"/>
                  <a:gd name="T14" fmla="*/ 1767 w 2129"/>
                  <a:gd name="T15" fmla="*/ 154 h 3365"/>
                  <a:gd name="T16" fmla="*/ 1642 w 2129"/>
                  <a:gd name="T17" fmla="*/ 15 h 3365"/>
                  <a:gd name="T18" fmla="*/ 1642 w 2129"/>
                  <a:gd name="T19" fmla="*/ 15 h 3365"/>
                  <a:gd name="T20" fmla="*/ 1444 w 2129"/>
                  <a:gd name="T21" fmla="*/ 91 h 3365"/>
                  <a:gd name="T22" fmla="*/ 1444 w 2129"/>
                  <a:gd name="T23" fmla="*/ 91 h 3365"/>
                  <a:gd name="T24" fmla="*/ 1226 w 2129"/>
                  <a:gd name="T25" fmla="*/ 101 h 3365"/>
                  <a:gd name="T26" fmla="*/ 1226 w 2129"/>
                  <a:gd name="T27" fmla="*/ 101 h 3365"/>
                  <a:gd name="T28" fmla="*/ 399 w 2129"/>
                  <a:gd name="T29" fmla="*/ 837 h 3365"/>
                  <a:gd name="T30" fmla="*/ 399 w 2129"/>
                  <a:gd name="T31" fmla="*/ 837 h 3365"/>
                  <a:gd name="T32" fmla="*/ 300 w 2129"/>
                  <a:gd name="T33" fmla="*/ 1147 h 3365"/>
                  <a:gd name="T34" fmla="*/ 300 w 2129"/>
                  <a:gd name="T35" fmla="*/ 1147 h 3365"/>
                  <a:gd name="T36" fmla="*/ 369 w 2129"/>
                  <a:gd name="T37" fmla="*/ 1624 h 3365"/>
                  <a:gd name="T38" fmla="*/ 0 w 2129"/>
                  <a:gd name="T39" fmla="*/ 3080 h 3365"/>
                  <a:gd name="T40" fmla="*/ 1089 w 2129"/>
                  <a:gd name="T41" fmla="*/ 3364 h 3365"/>
                  <a:gd name="T42" fmla="*/ 1334 w 2129"/>
                  <a:gd name="T43" fmla="*/ 1896 h 3365"/>
                  <a:gd name="T44" fmla="*/ 1334 w 2129"/>
                  <a:gd name="T45" fmla="*/ 1896 h 3365"/>
                  <a:gd name="T46" fmla="*/ 1782 w 2129"/>
                  <a:gd name="T47" fmla="*/ 1100 h 3365"/>
                  <a:gd name="T48" fmla="*/ 1782 w 2129"/>
                  <a:gd name="T49" fmla="*/ 1100 h 3365"/>
                  <a:gd name="T50" fmla="*/ 2035 w 2129"/>
                  <a:gd name="T51" fmla="*/ 714 h 3365"/>
                  <a:gd name="T52" fmla="*/ 2035 w 2129"/>
                  <a:gd name="T53" fmla="*/ 714 h 3365"/>
                  <a:gd name="T54" fmla="*/ 2030 w 2129"/>
                  <a:gd name="T55" fmla="*/ 439 h 3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129" h="3365">
                    <a:moveTo>
                      <a:pt x="2030" y="439"/>
                    </a:moveTo>
                    <a:lnTo>
                      <a:pt x="2030" y="439"/>
                    </a:lnTo>
                    <a:cubicBezTo>
                      <a:pt x="1932" y="386"/>
                      <a:pt x="1858" y="510"/>
                      <a:pt x="1858" y="510"/>
                    </a:cubicBezTo>
                    <a:lnTo>
                      <a:pt x="1858" y="510"/>
                    </a:lnTo>
                    <a:cubicBezTo>
                      <a:pt x="1858" y="510"/>
                      <a:pt x="2056" y="253"/>
                      <a:pt x="1963" y="149"/>
                    </a:cubicBezTo>
                    <a:lnTo>
                      <a:pt x="1963" y="149"/>
                    </a:lnTo>
                    <a:cubicBezTo>
                      <a:pt x="1893" y="72"/>
                      <a:pt x="1767" y="154"/>
                      <a:pt x="1767" y="154"/>
                    </a:cubicBezTo>
                    <a:lnTo>
                      <a:pt x="1767" y="154"/>
                    </a:lnTo>
                    <a:cubicBezTo>
                      <a:pt x="1767" y="154"/>
                      <a:pt x="1740" y="28"/>
                      <a:pt x="1642" y="15"/>
                    </a:cubicBezTo>
                    <a:lnTo>
                      <a:pt x="1642" y="15"/>
                    </a:lnTo>
                    <a:cubicBezTo>
                      <a:pt x="1530" y="0"/>
                      <a:pt x="1444" y="91"/>
                      <a:pt x="1444" y="91"/>
                    </a:cubicBezTo>
                    <a:lnTo>
                      <a:pt x="1444" y="91"/>
                    </a:lnTo>
                    <a:cubicBezTo>
                      <a:pt x="1444" y="91"/>
                      <a:pt x="1338" y="20"/>
                      <a:pt x="1226" y="101"/>
                    </a:cubicBezTo>
                    <a:lnTo>
                      <a:pt x="1226" y="101"/>
                    </a:lnTo>
                    <a:cubicBezTo>
                      <a:pt x="996" y="268"/>
                      <a:pt x="399" y="837"/>
                      <a:pt x="399" y="837"/>
                    </a:cubicBezTo>
                    <a:lnTo>
                      <a:pt x="399" y="837"/>
                    </a:lnTo>
                    <a:cubicBezTo>
                      <a:pt x="399" y="837"/>
                      <a:pt x="329" y="995"/>
                      <a:pt x="300" y="1147"/>
                    </a:cubicBezTo>
                    <a:lnTo>
                      <a:pt x="300" y="1147"/>
                    </a:lnTo>
                    <a:cubicBezTo>
                      <a:pt x="269" y="1313"/>
                      <a:pt x="255" y="1403"/>
                      <a:pt x="369" y="1624"/>
                    </a:cubicBezTo>
                    <a:lnTo>
                      <a:pt x="0" y="3080"/>
                    </a:lnTo>
                    <a:lnTo>
                      <a:pt x="1089" y="3364"/>
                    </a:lnTo>
                    <a:lnTo>
                      <a:pt x="1334" y="1896"/>
                    </a:lnTo>
                    <a:lnTo>
                      <a:pt x="1334" y="1896"/>
                    </a:lnTo>
                    <a:cubicBezTo>
                      <a:pt x="1334" y="1896"/>
                      <a:pt x="1620" y="1683"/>
                      <a:pt x="1782" y="1100"/>
                    </a:cubicBezTo>
                    <a:lnTo>
                      <a:pt x="1782" y="1100"/>
                    </a:lnTo>
                    <a:cubicBezTo>
                      <a:pt x="1782" y="1100"/>
                      <a:pt x="1941" y="893"/>
                      <a:pt x="2035" y="714"/>
                    </a:cubicBezTo>
                    <a:lnTo>
                      <a:pt x="2035" y="714"/>
                    </a:lnTo>
                    <a:cubicBezTo>
                      <a:pt x="2086" y="616"/>
                      <a:pt x="2128" y="493"/>
                      <a:pt x="2030" y="439"/>
                    </a:cubicBezTo>
                  </a:path>
                </a:pathLst>
              </a:custGeom>
              <a:solidFill>
                <a:srgbClr val="FFD5C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5" name="Freeform 3">
                <a:extLst>
                  <a:ext uri="{FF2B5EF4-FFF2-40B4-BE49-F238E27FC236}">
                    <a16:creationId xmlns:a16="http://schemas.microsoft.com/office/drawing/2014/main" id="{55663EF9-A0B6-8533-394D-5BBE525C4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4388" y="12074946"/>
                <a:ext cx="1158083" cy="1640616"/>
              </a:xfrm>
              <a:custGeom>
                <a:avLst/>
                <a:gdLst>
                  <a:gd name="T0" fmla="*/ 0 w 1324"/>
                  <a:gd name="T1" fmla="*/ 1225 h 1874"/>
                  <a:gd name="T2" fmla="*/ 0 w 1324"/>
                  <a:gd name="T3" fmla="*/ 1873 h 1874"/>
                  <a:gd name="T4" fmla="*/ 1323 w 1324"/>
                  <a:gd name="T5" fmla="*/ 1873 h 1874"/>
                  <a:gd name="T6" fmla="*/ 1236 w 1324"/>
                  <a:gd name="T7" fmla="*/ 966 h 1874"/>
                  <a:gd name="T8" fmla="*/ 1236 w 1324"/>
                  <a:gd name="T9" fmla="*/ 966 h 1874"/>
                  <a:gd name="T10" fmla="*/ 1244 w 1324"/>
                  <a:gd name="T11" fmla="*/ 643 h 1874"/>
                  <a:gd name="T12" fmla="*/ 1293 w 1324"/>
                  <a:gd name="T13" fmla="*/ 284 h 1874"/>
                  <a:gd name="T14" fmla="*/ 204 w 1324"/>
                  <a:gd name="T15" fmla="*/ 0 h 1874"/>
                  <a:gd name="T16" fmla="*/ 104 w 1324"/>
                  <a:gd name="T17" fmla="*/ 395 h 1874"/>
                  <a:gd name="T18" fmla="*/ 104 w 1324"/>
                  <a:gd name="T19" fmla="*/ 395 h 1874"/>
                  <a:gd name="T20" fmla="*/ 20 w 1324"/>
                  <a:gd name="T21" fmla="*/ 863 h 1874"/>
                  <a:gd name="T22" fmla="*/ 20 w 1324"/>
                  <a:gd name="T23" fmla="*/ 863 h 1874"/>
                  <a:gd name="T24" fmla="*/ 0 w 1324"/>
                  <a:gd name="T25" fmla="*/ 1225 h 18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24" h="1874">
                    <a:moveTo>
                      <a:pt x="0" y="1225"/>
                    </a:moveTo>
                    <a:lnTo>
                      <a:pt x="0" y="1873"/>
                    </a:lnTo>
                    <a:lnTo>
                      <a:pt x="1323" y="1873"/>
                    </a:lnTo>
                    <a:lnTo>
                      <a:pt x="1236" y="966"/>
                    </a:lnTo>
                    <a:lnTo>
                      <a:pt x="1236" y="966"/>
                    </a:lnTo>
                    <a:cubicBezTo>
                      <a:pt x="1226" y="858"/>
                      <a:pt x="1228" y="751"/>
                      <a:pt x="1244" y="643"/>
                    </a:cubicBezTo>
                    <a:lnTo>
                      <a:pt x="1293" y="284"/>
                    </a:lnTo>
                    <a:lnTo>
                      <a:pt x="204" y="0"/>
                    </a:lnTo>
                    <a:lnTo>
                      <a:pt x="104" y="395"/>
                    </a:lnTo>
                    <a:lnTo>
                      <a:pt x="104" y="395"/>
                    </a:lnTo>
                    <a:cubicBezTo>
                      <a:pt x="65" y="549"/>
                      <a:pt x="37" y="705"/>
                      <a:pt x="20" y="863"/>
                    </a:cubicBezTo>
                    <a:lnTo>
                      <a:pt x="20" y="863"/>
                    </a:lnTo>
                    <a:cubicBezTo>
                      <a:pt x="7" y="983"/>
                      <a:pt x="0" y="1105"/>
                      <a:pt x="0" y="1225"/>
                    </a:cubicBezTo>
                  </a:path>
                </a:pathLst>
              </a:custGeom>
              <a:solidFill>
                <a:srgbClr val="50C1EB"/>
              </a:solidFill>
              <a:ln>
                <a:solidFill>
                  <a:srgbClr val="50C1EB"/>
                </a:solidFill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7" name="Freeform: Shape 70">
                <a:extLst>
                  <a:ext uri="{FF2B5EF4-FFF2-40B4-BE49-F238E27FC236}">
                    <a16:creationId xmlns:a16="http://schemas.microsoft.com/office/drawing/2014/main" id="{74C48C95-2417-DF08-5B27-25CC7A45E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909" y="9744317"/>
                <a:ext cx="472125" cy="267603"/>
              </a:xfrm>
              <a:custGeom>
                <a:avLst/>
                <a:gdLst>
                  <a:gd name="connsiteX0" fmla="*/ 446554 w 472125"/>
                  <a:gd name="connsiteY0" fmla="*/ 244675 h 267603"/>
                  <a:gd name="connsiteX1" fmla="*/ 468998 w 472125"/>
                  <a:gd name="connsiteY1" fmla="*/ 255320 h 267603"/>
                  <a:gd name="connsiteX2" fmla="*/ 470793 w 472125"/>
                  <a:gd name="connsiteY2" fmla="*/ 264328 h 267603"/>
                  <a:gd name="connsiteX3" fmla="*/ 461816 w 472125"/>
                  <a:gd name="connsiteY3" fmla="*/ 266784 h 267603"/>
                  <a:gd name="connsiteX4" fmla="*/ 440270 w 472125"/>
                  <a:gd name="connsiteY4" fmla="*/ 256139 h 267603"/>
                  <a:gd name="connsiteX5" fmla="*/ 436679 w 472125"/>
                  <a:gd name="connsiteY5" fmla="*/ 247131 h 267603"/>
                  <a:gd name="connsiteX6" fmla="*/ 446554 w 472125"/>
                  <a:gd name="connsiteY6" fmla="*/ 244675 h 267603"/>
                  <a:gd name="connsiteX7" fmla="*/ 357104 w 472125"/>
                  <a:gd name="connsiteY7" fmla="*/ 194247 h 267603"/>
                  <a:gd name="connsiteX8" fmla="*/ 403507 w 472125"/>
                  <a:gd name="connsiteY8" fmla="*/ 219622 h 267603"/>
                  <a:gd name="connsiteX9" fmla="*/ 406133 w 472125"/>
                  <a:gd name="connsiteY9" fmla="*/ 229247 h 267603"/>
                  <a:gd name="connsiteX10" fmla="*/ 395627 w 472125"/>
                  <a:gd name="connsiteY10" fmla="*/ 231872 h 267603"/>
                  <a:gd name="connsiteX11" fmla="*/ 350100 w 472125"/>
                  <a:gd name="connsiteY11" fmla="*/ 206497 h 267603"/>
                  <a:gd name="connsiteX12" fmla="*/ 347473 w 472125"/>
                  <a:gd name="connsiteY12" fmla="*/ 196872 h 267603"/>
                  <a:gd name="connsiteX13" fmla="*/ 357104 w 472125"/>
                  <a:gd name="connsiteY13" fmla="*/ 194247 h 267603"/>
                  <a:gd name="connsiteX14" fmla="*/ 265174 w 472125"/>
                  <a:gd name="connsiteY14" fmla="*/ 141748 h 267603"/>
                  <a:gd name="connsiteX15" fmla="*/ 310701 w 472125"/>
                  <a:gd name="connsiteY15" fmla="*/ 167998 h 267603"/>
                  <a:gd name="connsiteX16" fmla="*/ 314203 w 472125"/>
                  <a:gd name="connsiteY16" fmla="*/ 178498 h 267603"/>
                  <a:gd name="connsiteX17" fmla="*/ 303697 w 472125"/>
                  <a:gd name="connsiteY17" fmla="*/ 180248 h 267603"/>
                  <a:gd name="connsiteX18" fmla="*/ 258169 w 472125"/>
                  <a:gd name="connsiteY18" fmla="*/ 153998 h 267603"/>
                  <a:gd name="connsiteX19" fmla="*/ 255543 w 472125"/>
                  <a:gd name="connsiteY19" fmla="*/ 145248 h 267603"/>
                  <a:gd name="connsiteX20" fmla="*/ 265174 w 472125"/>
                  <a:gd name="connsiteY20" fmla="*/ 141748 h 267603"/>
                  <a:gd name="connsiteX21" fmla="*/ 173243 w 472125"/>
                  <a:gd name="connsiteY21" fmla="*/ 90998 h 267603"/>
                  <a:gd name="connsiteX22" fmla="*/ 218771 w 472125"/>
                  <a:gd name="connsiteY22" fmla="*/ 117248 h 267603"/>
                  <a:gd name="connsiteX23" fmla="*/ 221397 w 472125"/>
                  <a:gd name="connsiteY23" fmla="*/ 125998 h 267603"/>
                  <a:gd name="connsiteX24" fmla="*/ 211766 w 472125"/>
                  <a:gd name="connsiteY24" fmla="*/ 129498 h 267603"/>
                  <a:gd name="connsiteX25" fmla="*/ 166239 w 472125"/>
                  <a:gd name="connsiteY25" fmla="*/ 103248 h 267603"/>
                  <a:gd name="connsiteX26" fmla="*/ 162737 w 472125"/>
                  <a:gd name="connsiteY26" fmla="*/ 93623 h 267603"/>
                  <a:gd name="connsiteX27" fmla="*/ 173243 w 472125"/>
                  <a:gd name="connsiteY27" fmla="*/ 90998 h 267603"/>
                  <a:gd name="connsiteX28" fmla="*/ 80438 w 472125"/>
                  <a:gd name="connsiteY28" fmla="*/ 39374 h 267603"/>
                  <a:gd name="connsiteX29" fmla="*/ 125965 w 472125"/>
                  <a:gd name="connsiteY29" fmla="*/ 65624 h 267603"/>
                  <a:gd name="connsiteX30" fmla="*/ 129467 w 472125"/>
                  <a:gd name="connsiteY30" fmla="*/ 74374 h 267603"/>
                  <a:gd name="connsiteX31" fmla="*/ 120712 w 472125"/>
                  <a:gd name="connsiteY31" fmla="*/ 76999 h 267603"/>
                  <a:gd name="connsiteX32" fmla="*/ 73433 w 472125"/>
                  <a:gd name="connsiteY32" fmla="*/ 51624 h 267603"/>
                  <a:gd name="connsiteX33" fmla="*/ 71682 w 472125"/>
                  <a:gd name="connsiteY33" fmla="*/ 42874 h 267603"/>
                  <a:gd name="connsiteX34" fmla="*/ 80438 w 472125"/>
                  <a:gd name="connsiteY34" fmla="*/ 39374 h 267603"/>
                  <a:gd name="connsiteX35" fmla="*/ 11241 w 472125"/>
                  <a:gd name="connsiteY35" fmla="*/ 659 h 267603"/>
                  <a:gd name="connsiteX36" fmla="*/ 32787 w 472125"/>
                  <a:gd name="connsiteY36" fmla="*/ 12122 h 267603"/>
                  <a:gd name="connsiteX37" fmla="*/ 35481 w 472125"/>
                  <a:gd name="connsiteY37" fmla="*/ 21129 h 267603"/>
                  <a:gd name="connsiteX38" fmla="*/ 25605 w 472125"/>
                  <a:gd name="connsiteY38" fmla="*/ 22767 h 267603"/>
                  <a:gd name="connsiteX39" fmla="*/ 4059 w 472125"/>
                  <a:gd name="connsiteY39" fmla="*/ 12122 h 267603"/>
                  <a:gd name="connsiteX40" fmla="*/ 468 w 472125"/>
                  <a:gd name="connsiteY40" fmla="*/ 3115 h 267603"/>
                  <a:gd name="connsiteX41" fmla="*/ 11241 w 472125"/>
                  <a:gd name="connsiteY41" fmla="*/ 659 h 267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472125" h="267603">
                    <a:moveTo>
                      <a:pt x="446554" y="244675"/>
                    </a:moveTo>
                    <a:lnTo>
                      <a:pt x="468998" y="255320"/>
                    </a:lnTo>
                    <a:cubicBezTo>
                      <a:pt x="471691" y="256958"/>
                      <a:pt x="473487" y="261052"/>
                      <a:pt x="470793" y="264328"/>
                    </a:cubicBezTo>
                    <a:cubicBezTo>
                      <a:pt x="469896" y="267603"/>
                      <a:pt x="464509" y="268422"/>
                      <a:pt x="461816" y="266784"/>
                    </a:cubicBezTo>
                    <a:lnTo>
                      <a:pt x="440270" y="256139"/>
                    </a:lnTo>
                    <a:cubicBezTo>
                      <a:pt x="435781" y="253682"/>
                      <a:pt x="435781" y="250407"/>
                      <a:pt x="436679" y="247131"/>
                    </a:cubicBezTo>
                    <a:cubicBezTo>
                      <a:pt x="438474" y="243856"/>
                      <a:pt x="442963" y="242218"/>
                      <a:pt x="446554" y="244675"/>
                    </a:cubicBezTo>
                    <a:close/>
                    <a:moveTo>
                      <a:pt x="357104" y="194247"/>
                    </a:moveTo>
                    <a:lnTo>
                      <a:pt x="403507" y="219622"/>
                    </a:lnTo>
                    <a:cubicBezTo>
                      <a:pt x="407009" y="221372"/>
                      <a:pt x="407884" y="225747"/>
                      <a:pt x="406133" y="229247"/>
                    </a:cubicBezTo>
                    <a:cubicBezTo>
                      <a:pt x="403507" y="232747"/>
                      <a:pt x="400005" y="233622"/>
                      <a:pt x="395627" y="231872"/>
                    </a:cubicBezTo>
                    <a:lnTo>
                      <a:pt x="350100" y="206497"/>
                    </a:lnTo>
                    <a:cubicBezTo>
                      <a:pt x="346597" y="204747"/>
                      <a:pt x="345722" y="200372"/>
                      <a:pt x="347473" y="196872"/>
                    </a:cubicBezTo>
                    <a:cubicBezTo>
                      <a:pt x="349224" y="193372"/>
                      <a:pt x="353602" y="191622"/>
                      <a:pt x="357104" y="194247"/>
                    </a:cubicBezTo>
                    <a:close/>
                    <a:moveTo>
                      <a:pt x="265174" y="141748"/>
                    </a:moveTo>
                    <a:lnTo>
                      <a:pt x="310701" y="167998"/>
                    </a:lnTo>
                    <a:cubicBezTo>
                      <a:pt x="315079" y="170623"/>
                      <a:pt x="315079" y="174123"/>
                      <a:pt x="314203" y="178498"/>
                    </a:cubicBezTo>
                    <a:cubicBezTo>
                      <a:pt x="311576" y="181123"/>
                      <a:pt x="308074" y="181998"/>
                      <a:pt x="303697" y="180248"/>
                    </a:cubicBezTo>
                    <a:lnTo>
                      <a:pt x="258169" y="153998"/>
                    </a:lnTo>
                    <a:cubicBezTo>
                      <a:pt x="254667" y="153123"/>
                      <a:pt x="253792" y="147873"/>
                      <a:pt x="255543" y="145248"/>
                    </a:cubicBezTo>
                    <a:cubicBezTo>
                      <a:pt x="257294" y="141748"/>
                      <a:pt x="261671" y="140873"/>
                      <a:pt x="265174" y="141748"/>
                    </a:cubicBezTo>
                    <a:close/>
                    <a:moveTo>
                      <a:pt x="173243" y="90998"/>
                    </a:moveTo>
                    <a:lnTo>
                      <a:pt x="218771" y="117248"/>
                    </a:lnTo>
                    <a:cubicBezTo>
                      <a:pt x="222273" y="118998"/>
                      <a:pt x="223148" y="123373"/>
                      <a:pt x="221397" y="125998"/>
                    </a:cubicBezTo>
                    <a:cubicBezTo>
                      <a:pt x="219646" y="129498"/>
                      <a:pt x="215269" y="131248"/>
                      <a:pt x="211766" y="129498"/>
                    </a:cubicBezTo>
                    <a:lnTo>
                      <a:pt x="166239" y="103248"/>
                    </a:lnTo>
                    <a:cubicBezTo>
                      <a:pt x="162737" y="101498"/>
                      <a:pt x="161861" y="97123"/>
                      <a:pt x="162737" y="93623"/>
                    </a:cubicBezTo>
                    <a:cubicBezTo>
                      <a:pt x="165364" y="90123"/>
                      <a:pt x="168866" y="89248"/>
                      <a:pt x="173243" y="90998"/>
                    </a:cubicBezTo>
                    <a:close/>
                    <a:moveTo>
                      <a:pt x="80438" y="39374"/>
                    </a:moveTo>
                    <a:lnTo>
                      <a:pt x="125965" y="65624"/>
                    </a:lnTo>
                    <a:cubicBezTo>
                      <a:pt x="130343" y="66499"/>
                      <a:pt x="131218" y="70874"/>
                      <a:pt x="129467" y="74374"/>
                    </a:cubicBezTo>
                    <a:cubicBezTo>
                      <a:pt x="127716" y="78749"/>
                      <a:pt x="123338" y="78749"/>
                      <a:pt x="120712" y="76999"/>
                    </a:cubicBezTo>
                    <a:lnTo>
                      <a:pt x="73433" y="51624"/>
                    </a:lnTo>
                    <a:cubicBezTo>
                      <a:pt x="70807" y="49874"/>
                      <a:pt x="69056" y="45499"/>
                      <a:pt x="71682" y="42874"/>
                    </a:cubicBezTo>
                    <a:cubicBezTo>
                      <a:pt x="73433" y="38499"/>
                      <a:pt x="77811" y="37624"/>
                      <a:pt x="80438" y="39374"/>
                    </a:cubicBezTo>
                    <a:close/>
                    <a:moveTo>
                      <a:pt x="11241" y="659"/>
                    </a:moveTo>
                    <a:lnTo>
                      <a:pt x="32787" y="12122"/>
                    </a:lnTo>
                    <a:cubicBezTo>
                      <a:pt x="36378" y="13760"/>
                      <a:pt x="37276" y="17854"/>
                      <a:pt x="35481" y="21129"/>
                    </a:cubicBezTo>
                    <a:cubicBezTo>
                      <a:pt x="33685" y="23586"/>
                      <a:pt x="29196" y="25223"/>
                      <a:pt x="25605" y="22767"/>
                    </a:cubicBezTo>
                    <a:lnTo>
                      <a:pt x="4059" y="12122"/>
                    </a:lnTo>
                    <a:cubicBezTo>
                      <a:pt x="-429" y="10484"/>
                      <a:pt x="-429" y="6390"/>
                      <a:pt x="468" y="3115"/>
                    </a:cubicBezTo>
                    <a:cubicBezTo>
                      <a:pt x="3162" y="659"/>
                      <a:pt x="6753" y="-979"/>
                      <a:pt x="11241" y="65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7" name="Freeform: Shape 80">
                <a:extLst>
                  <a:ext uri="{FF2B5EF4-FFF2-40B4-BE49-F238E27FC236}">
                    <a16:creationId xmlns:a16="http://schemas.microsoft.com/office/drawing/2014/main" id="{C28301E0-9ABC-2E7D-29AE-C0FF4CE62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1629" y="9702385"/>
                <a:ext cx="74570" cy="84557"/>
              </a:xfrm>
              <a:custGeom>
                <a:avLst/>
                <a:gdLst>
                  <a:gd name="connsiteX0" fmla="*/ 51686 w 74570"/>
                  <a:gd name="connsiteY0" fmla="*/ 62118 h 84557"/>
                  <a:gd name="connsiteX1" fmla="*/ 57090 w 74570"/>
                  <a:gd name="connsiteY1" fmla="*/ 78891 h 84557"/>
                  <a:gd name="connsiteX2" fmla="*/ 40878 w 74570"/>
                  <a:gd name="connsiteY2" fmla="*/ 82618 h 84557"/>
                  <a:gd name="connsiteX3" fmla="*/ 37275 w 74570"/>
                  <a:gd name="connsiteY3" fmla="*/ 67709 h 84557"/>
                  <a:gd name="connsiteX4" fmla="*/ 51686 w 74570"/>
                  <a:gd name="connsiteY4" fmla="*/ 62118 h 84557"/>
                  <a:gd name="connsiteX5" fmla="*/ 66593 w 74570"/>
                  <a:gd name="connsiteY5" fmla="*/ 27340 h 84557"/>
                  <a:gd name="connsiteX6" fmla="*/ 74400 w 74570"/>
                  <a:gd name="connsiteY6" fmla="*/ 31912 h 84557"/>
                  <a:gd name="connsiteX7" fmla="*/ 70063 w 74570"/>
                  <a:gd name="connsiteY7" fmla="*/ 40140 h 84557"/>
                  <a:gd name="connsiteX8" fmla="*/ 8471 w 74570"/>
                  <a:gd name="connsiteY8" fmla="*/ 59339 h 84557"/>
                  <a:gd name="connsiteX9" fmla="*/ 3266 w 74570"/>
                  <a:gd name="connsiteY9" fmla="*/ 57510 h 84557"/>
                  <a:gd name="connsiteX10" fmla="*/ 664 w 74570"/>
                  <a:gd name="connsiteY10" fmla="*/ 53853 h 84557"/>
                  <a:gd name="connsiteX11" fmla="*/ 5001 w 74570"/>
                  <a:gd name="connsiteY11" fmla="*/ 45625 h 84557"/>
                  <a:gd name="connsiteX12" fmla="*/ 36866 w 74570"/>
                  <a:gd name="connsiteY12" fmla="*/ 1284 h 84557"/>
                  <a:gd name="connsiteX13" fmla="*/ 41525 w 74570"/>
                  <a:gd name="connsiteY13" fmla="*/ 17126 h 84557"/>
                  <a:gd name="connsiteX14" fmla="*/ 25685 w 74570"/>
                  <a:gd name="connsiteY14" fmla="*/ 21785 h 84557"/>
                  <a:gd name="connsiteX15" fmla="*/ 21027 w 74570"/>
                  <a:gd name="connsiteY15" fmla="*/ 5944 h 84557"/>
                  <a:gd name="connsiteX16" fmla="*/ 36866 w 74570"/>
                  <a:gd name="connsiteY16" fmla="*/ 1284 h 8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570" h="84557">
                    <a:moveTo>
                      <a:pt x="51686" y="62118"/>
                    </a:moveTo>
                    <a:cubicBezTo>
                      <a:pt x="57090" y="65845"/>
                      <a:pt x="59793" y="73300"/>
                      <a:pt x="57090" y="78891"/>
                    </a:cubicBezTo>
                    <a:cubicBezTo>
                      <a:pt x="53488" y="84482"/>
                      <a:pt x="46282" y="86345"/>
                      <a:pt x="40878" y="82618"/>
                    </a:cubicBezTo>
                    <a:cubicBezTo>
                      <a:pt x="36374" y="79822"/>
                      <a:pt x="33672" y="73300"/>
                      <a:pt x="37275" y="67709"/>
                    </a:cubicBezTo>
                    <a:cubicBezTo>
                      <a:pt x="39977" y="62118"/>
                      <a:pt x="46282" y="60254"/>
                      <a:pt x="51686" y="62118"/>
                    </a:cubicBezTo>
                    <a:close/>
                    <a:moveTo>
                      <a:pt x="66593" y="27340"/>
                    </a:moveTo>
                    <a:cubicBezTo>
                      <a:pt x="69195" y="25512"/>
                      <a:pt x="73533" y="28255"/>
                      <a:pt x="74400" y="31912"/>
                    </a:cubicBezTo>
                    <a:cubicBezTo>
                      <a:pt x="75268" y="35569"/>
                      <a:pt x="72665" y="40140"/>
                      <a:pt x="70063" y="40140"/>
                    </a:cubicBezTo>
                    <a:lnTo>
                      <a:pt x="8471" y="59339"/>
                    </a:lnTo>
                    <a:cubicBezTo>
                      <a:pt x="6736" y="59339"/>
                      <a:pt x="5001" y="59339"/>
                      <a:pt x="3266" y="57510"/>
                    </a:cubicBezTo>
                    <a:cubicBezTo>
                      <a:pt x="2399" y="57510"/>
                      <a:pt x="664" y="55682"/>
                      <a:pt x="664" y="53853"/>
                    </a:cubicBezTo>
                    <a:cubicBezTo>
                      <a:pt x="-1071" y="50196"/>
                      <a:pt x="664" y="46539"/>
                      <a:pt x="5001" y="45625"/>
                    </a:cubicBezTo>
                    <a:close/>
                    <a:moveTo>
                      <a:pt x="36866" y="1284"/>
                    </a:moveTo>
                    <a:cubicBezTo>
                      <a:pt x="42457" y="5012"/>
                      <a:pt x="44320" y="11535"/>
                      <a:pt x="41525" y="17126"/>
                    </a:cubicBezTo>
                    <a:cubicBezTo>
                      <a:pt x="37798" y="22717"/>
                      <a:pt x="31276" y="24580"/>
                      <a:pt x="25685" y="21785"/>
                    </a:cubicBezTo>
                    <a:cubicBezTo>
                      <a:pt x="20095" y="18057"/>
                      <a:pt x="18231" y="11535"/>
                      <a:pt x="21027" y="5944"/>
                    </a:cubicBezTo>
                    <a:cubicBezTo>
                      <a:pt x="23822" y="353"/>
                      <a:pt x="31276" y="-1511"/>
                      <a:pt x="36866" y="128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8" name="Freeform 39">
                <a:extLst>
                  <a:ext uri="{FF2B5EF4-FFF2-40B4-BE49-F238E27FC236}">
                    <a16:creationId xmlns:a16="http://schemas.microsoft.com/office/drawing/2014/main" id="{28EFC5A2-4F5C-8AB5-ABE3-A44D0201B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9385" y="9531022"/>
                <a:ext cx="667829" cy="810658"/>
              </a:xfrm>
              <a:custGeom>
                <a:avLst/>
                <a:gdLst>
                  <a:gd name="T0" fmla="*/ 0 w 761"/>
                  <a:gd name="T1" fmla="*/ 662 h 928"/>
                  <a:gd name="T2" fmla="*/ 72 w 761"/>
                  <a:gd name="T3" fmla="*/ 508 h 928"/>
                  <a:gd name="T4" fmla="*/ 72 w 761"/>
                  <a:gd name="T5" fmla="*/ 508 h 928"/>
                  <a:gd name="T6" fmla="*/ 318 w 761"/>
                  <a:gd name="T7" fmla="*/ 204 h 928"/>
                  <a:gd name="T8" fmla="*/ 318 w 761"/>
                  <a:gd name="T9" fmla="*/ 204 h 928"/>
                  <a:gd name="T10" fmla="*/ 575 w 761"/>
                  <a:gd name="T11" fmla="*/ 35 h 928"/>
                  <a:gd name="T12" fmla="*/ 575 w 761"/>
                  <a:gd name="T13" fmla="*/ 35 h 928"/>
                  <a:gd name="T14" fmla="*/ 497 w 761"/>
                  <a:gd name="T15" fmla="*/ 523 h 928"/>
                  <a:gd name="T16" fmla="*/ 463 w 761"/>
                  <a:gd name="T17" fmla="*/ 825 h 928"/>
                  <a:gd name="T18" fmla="*/ 463 w 761"/>
                  <a:gd name="T19" fmla="*/ 825 h 928"/>
                  <a:gd name="T20" fmla="*/ 157 w 761"/>
                  <a:gd name="T21" fmla="*/ 810 h 928"/>
                  <a:gd name="T22" fmla="*/ 157 w 761"/>
                  <a:gd name="T23" fmla="*/ 810 h 928"/>
                  <a:gd name="T24" fmla="*/ 0 w 761"/>
                  <a:gd name="T25" fmla="*/ 662 h 9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1" h="928">
                    <a:moveTo>
                      <a:pt x="0" y="662"/>
                    </a:moveTo>
                    <a:lnTo>
                      <a:pt x="72" y="508"/>
                    </a:lnTo>
                    <a:lnTo>
                      <a:pt x="72" y="508"/>
                    </a:lnTo>
                    <a:cubicBezTo>
                      <a:pt x="134" y="380"/>
                      <a:pt x="207" y="294"/>
                      <a:pt x="318" y="204"/>
                    </a:cubicBezTo>
                    <a:lnTo>
                      <a:pt x="318" y="204"/>
                    </a:lnTo>
                    <a:cubicBezTo>
                      <a:pt x="391" y="145"/>
                      <a:pt x="525" y="51"/>
                      <a:pt x="575" y="35"/>
                    </a:cubicBezTo>
                    <a:lnTo>
                      <a:pt x="575" y="35"/>
                    </a:lnTo>
                    <a:cubicBezTo>
                      <a:pt x="685" y="0"/>
                      <a:pt x="760" y="314"/>
                      <a:pt x="497" y="523"/>
                    </a:cubicBezTo>
                    <a:lnTo>
                      <a:pt x="463" y="825"/>
                    </a:lnTo>
                    <a:lnTo>
                      <a:pt x="463" y="825"/>
                    </a:lnTo>
                    <a:cubicBezTo>
                      <a:pt x="463" y="825"/>
                      <a:pt x="403" y="927"/>
                      <a:pt x="157" y="810"/>
                    </a:cubicBezTo>
                    <a:lnTo>
                      <a:pt x="157" y="810"/>
                    </a:lnTo>
                    <a:cubicBezTo>
                      <a:pt x="22" y="747"/>
                      <a:pt x="0" y="662"/>
                      <a:pt x="0" y="662"/>
                    </a:cubicBezTo>
                  </a:path>
                </a:pathLst>
              </a:custGeom>
              <a:solidFill>
                <a:srgbClr val="FFD5C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6" name="Group 27">
              <a:extLst>
                <a:ext uri="{FF2B5EF4-FFF2-40B4-BE49-F238E27FC236}">
                  <a16:creationId xmlns:a16="http://schemas.microsoft.com/office/drawing/2014/main" id="{425E90AF-FC07-D584-B6C3-B1B4AE6960C0}"/>
                </a:ext>
              </a:extLst>
            </p:cNvPr>
            <p:cNvGrpSpPr/>
            <p:nvPr/>
          </p:nvGrpSpPr>
          <p:grpSpPr>
            <a:xfrm>
              <a:off x="8115496" y="4763149"/>
              <a:ext cx="3377003" cy="8998739"/>
              <a:chOff x="8115496" y="4763149"/>
              <a:chExt cx="3377003" cy="8998739"/>
            </a:xfrm>
          </p:grpSpPr>
          <p:sp>
            <p:nvSpPr>
              <p:cNvPr id="68" name="Freeform 46">
                <a:extLst>
                  <a:ext uri="{FF2B5EF4-FFF2-40B4-BE49-F238E27FC236}">
                    <a16:creationId xmlns:a16="http://schemas.microsoft.com/office/drawing/2014/main" id="{DDE53C0F-00BD-FED3-88AF-644A14ED5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15496" y="4763149"/>
                <a:ext cx="524997" cy="594483"/>
              </a:xfrm>
              <a:custGeom>
                <a:avLst/>
                <a:gdLst>
                  <a:gd name="T0" fmla="*/ 517 w 601"/>
                  <a:gd name="T1" fmla="*/ 676 h 677"/>
                  <a:gd name="T2" fmla="*/ 300 w 601"/>
                  <a:gd name="T3" fmla="*/ 676 h 677"/>
                  <a:gd name="T4" fmla="*/ 83 w 601"/>
                  <a:gd name="T5" fmla="*/ 676 h 677"/>
                  <a:gd name="T6" fmla="*/ 83 w 601"/>
                  <a:gd name="T7" fmla="*/ 676 h 677"/>
                  <a:gd name="T8" fmla="*/ 24 w 601"/>
                  <a:gd name="T9" fmla="*/ 651 h 677"/>
                  <a:gd name="T10" fmla="*/ 24 w 601"/>
                  <a:gd name="T11" fmla="*/ 651 h 677"/>
                  <a:gd name="T12" fmla="*/ 0 w 601"/>
                  <a:gd name="T13" fmla="*/ 593 h 677"/>
                  <a:gd name="T14" fmla="*/ 0 w 601"/>
                  <a:gd name="T15" fmla="*/ 338 h 677"/>
                  <a:gd name="T16" fmla="*/ 0 w 601"/>
                  <a:gd name="T17" fmla="*/ 83 h 677"/>
                  <a:gd name="T18" fmla="*/ 0 w 601"/>
                  <a:gd name="T19" fmla="*/ 83 h 677"/>
                  <a:gd name="T20" fmla="*/ 24 w 601"/>
                  <a:gd name="T21" fmla="*/ 25 h 677"/>
                  <a:gd name="T22" fmla="*/ 24 w 601"/>
                  <a:gd name="T23" fmla="*/ 25 h 677"/>
                  <a:gd name="T24" fmla="*/ 83 w 601"/>
                  <a:gd name="T25" fmla="*/ 0 h 677"/>
                  <a:gd name="T26" fmla="*/ 300 w 601"/>
                  <a:gd name="T27" fmla="*/ 0 h 677"/>
                  <a:gd name="T28" fmla="*/ 517 w 601"/>
                  <a:gd name="T29" fmla="*/ 0 h 677"/>
                  <a:gd name="T30" fmla="*/ 517 w 601"/>
                  <a:gd name="T31" fmla="*/ 0 h 677"/>
                  <a:gd name="T32" fmla="*/ 575 w 601"/>
                  <a:gd name="T33" fmla="*/ 25 h 677"/>
                  <a:gd name="T34" fmla="*/ 575 w 601"/>
                  <a:gd name="T35" fmla="*/ 25 h 677"/>
                  <a:gd name="T36" fmla="*/ 600 w 601"/>
                  <a:gd name="T37" fmla="*/ 83 h 677"/>
                  <a:gd name="T38" fmla="*/ 600 w 601"/>
                  <a:gd name="T39" fmla="*/ 338 h 677"/>
                  <a:gd name="T40" fmla="*/ 600 w 601"/>
                  <a:gd name="T41" fmla="*/ 593 h 677"/>
                  <a:gd name="T42" fmla="*/ 600 w 601"/>
                  <a:gd name="T43" fmla="*/ 593 h 677"/>
                  <a:gd name="T44" fmla="*/ 575 w 601"/>
                  <a:gd name="T45" fmla="*/ 651 h 677"/>
                  <a:gd name="T46" fmla="*/ 575 w 601"/>
                  <a:gd name="T47" fmla="*/ 651 h 677"/>
                  <a:gd name="T48" fmla="*/ 517 w 601"/>
                  <a:gd name="T49" fmla="*/ 676 h 6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01" h="677">
                    <a:moveTo>
                      <a:pt x="517" y="676"/>
                    </a:moveTo>
                    <a:lnTo>
                      <a:pt x="300" y="676"/>
                    </a:lnTo>
                    <a:lnTo>
                      <a:pt x="83" y="676"/>
                    </a:lnTo>
                    <a:lnTo>
                      <a:pt x="83" y="676"/>
                    </a:lnTo>
                    <a:cubicBezTo>
                      <a:pt x="60" y="676"/>
                      <a:pt x="39" y="667"/>
                      <a:pt x="24" y="651"/>
                    </a:cubicBezTo>
                    <a:lnTo>
                      <a:pt x="24" y="651"/>
                    </a:lnTo>
                    <a:cubicBezTo>
                      <a:pt x="10" y="637"/>
                      <a:pt x="0" y="617"/>
                      <a:pt x="0" y="593"/>
                    </a:cubicBezTo>
                    <a:lnTo>
                      <a:pt x="0" y="338"/>
                    </a:lnTo>
                    <a:lnTo>
                      <a:pt x="0" y="83"/>
                    </a:lnTo>
                    <a:lnTo>
                      <a:pt x="0" y="83"/>
                    </a:lnTo>
                    <a:cubicBezTo>
                      <a:pt x="0" y="60"/>
                      <a:pt x="10" y="40"/>
                      <a:pt x="24" y="25"/>
                    </a:cubicBezTo>
                    <a:lnTo>
                      <a:pt x="24" y="25"/>
                    </a:lnTo>
                    <a:cubicBezTo>
                      <a:pt x="39" y="10"/>
                      <a:pt x="60" y="0"/>
                      <a:pt x="83" y="0"/>
                    </a:cubicBezTo>
                    <a:lnTo>
                      <a:pt x="300" y="0"/>
                    </a:lnTo>
                    <a:lnTo>
                      <a:pt x="517" y="0"/>
                    </a:lnTo>
                    <a:lnTo>
                      <a:pt x="517" y="0"/>
                    </a:lnTo>
                    <a:cubicBezTo>
                      <a:pt x="540" y="0"/>
                      <a:pt x="561" y="10"/>
                      <a:pt x="575" y="25"/>
                    </a:cubicBezTo>
                    <a:lnTo>
                      <a:pt x="575" y="25"/>
                    </a:lnTo>
                    <a:cubicBezTo>
                      <a:pt x="591" y="40"/>
                      <a:pt x="600" y="60"/>
                      <a:pt x="600" y="83"/>
                    </a:cubicBezTo>
                    <a:lnTo>
                      <a:pt x="600" y="338"/>
                    </a:lnTo>
                    <a:lnTo>
                      <a:pt x="600" y="593"/>
                    </a:lnTo>
                    <a:lnTo>
                      <a:pt x="600" y="593"/>
                    </a:lnTo>
                    <a:cubicBezTo>
                      <a:pt x="600" y="617"/>
                      <a:pt x="591" y="637"/>
                      <a:pt x="575" y="651"/>
                    </a:cubicBezTo>
                    <a:lnTo>
                      <a:pt x="575" y="651"/>
                    </a:lnTo>
                    <a:cubicBezTo>
                      <a:pt x="561" y="667"/>
                      <a:pt x="540" y="676"/>
                      <a:pt x="517" y="67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0" name="Freeform 50">
                <a:extLst>
                  <a:ext uri="{FF2B5EF4-FFF2-40B4-BE49-F238E27FC236}">
                    <a16:creationId xmlns:a16="http://schemas.microsoft.com/office/drawing/2014/main" id="{DECD53FB-5AAB-ADFC-417A-DF5DF1663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65956" y="13105638"/>
                <a:ext cx="1015252" cy="606065"/>
              </a:xfrm>
              <a:custGeom>
                <a:avLst/>
                <a:gdLst>
                  <a:gd name="T0" fmla="*/ 0 w 1161"/>
                  <a:gd name="T1" fmla="*/ 0 h 694"/>
                  <a:gd name="T2" fmla="*/ 0 w 1161"/>
                  <a:gd name="T3" fmla="*/ 0 h 694"/>
                  <a:gd name="T4" fmla="*/ 54 w 1161"/>
                  <a:gd name="T5" fmla="*/ 693 h 694"/>
                  <a:gd name="T6" fmla="*/ 1160 w 1161"/>
                  <a:gd name="T7" fmla="*/ 693 h 694"/>
                  <a:gd name="T8" fmla="*/ 1114 w 1161"/>
                  <a:gd name="T9" fmla="*/ 54 h 694"/>
                  <a:gd name="T10" fmla="*/ 0 w 1161"/>
                  <a:gd name="T11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61" h="694">
                    <a:moveTo>
                      <a:pt x="0" y="0"/>
                    </a:moveTo>
                    <a:lnTo>
                      <a:pt x="0" y="0"/>
                    </a:lnTo>
                    <a:cubicBezTo>
                      <a:pt x="7" y="66"/>
                      <a:pt x="54" y="693"/>
                      <a:pt x="54" y="693"/>
                    </a:cubicBezTo>
                    <a:lnTo>
                      <a:pt x="1160" y="693"/>
                    </a:lnTo>
                    <a:lnTo>
                      <a:pt x="1114" y="5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8C24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1" name="Freeform 51">
                <a:extLst>
                  <a:ext uri="{FF2B5EF4-FFF2-40B4-BE49-F238E27FC236}">
                    <a16:creationId xmlns:a16="http://schemas.microsoft.com/office/drawing/2014/main" id="{9AB68BCB-A62E-AFBC-049E-CDB3A94A6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6653" y="9994255"/>
                <a:ext cx="1343376" cy="3161568"/>
              </a:xfrm>
              <a:custGeom>
                <a:avLst/>
                <a:gdLst>
                  <a:gd name="T0" fmla="*/ 1097 w 1533"/>
                  <a:gd name="T1" fmla="*/ 3080 h 3610"/>
                  <a:gd name="T2" fmla="*/ 1448 w 1533"/>
                  <a:gd name="T3" fmla="*/ 1431 h 3610"/>
                  <a:gd name="T4" fmla="*/ 1448 w 1533"/>
                  <a:gd name="T5" fmla="*/ 1431 h 3610"/>
                  <a:gd name="T6" fmla="*/ 1474 w 1533"/>
                  <a:gd name="T7" fmla="*/ 990 h 3610"/>
                  <a:gd name="T8" fmla="*/ 1474 w 1533"/>
                  <a:gd name="T9" fmla="*/ 990 h 3610"/>
                  <a:gd name="T10" fmla="*/ 1195 w 1533"/>
                  <a:gd name="T11" fmla="*/ 537 h 3610"/>
                  <a:gd name="T12" fmla="*/ 1195 w 1533"/>
                  <a:gd name="T13" fmla="*/ 537 h 3610"/>
                  <a:gd name="T14" fmla="*/ 868 w 1533"/>
                  <a:gd name="T15" fmla="*/ 276 h 3610"/>
                  <a:gd name="T16" fmla="*/ 868 w 1533"/>
                  <a:gd name="T17" fmla="*/ 276 h 3610"/>
                  <a:gd name="T18" fmla="*/ 694 w 1533"/>
                  <a:gd name="T19" fmla="*/ 411 h 3610"/>
                  <a:gd name="T20" fmla="*/ 694 w 1533"/>
                  <a:gd name="T21" fmla="*/ 411 h 3610"/>
                  <a:gd name="T22" fmla="*/ 856 w 1533"/>
                  <a:gd name="T23" fmla="*/ 690 h 3610"/>
                  <a:gd name="T24" fmla="*/ 856 w 1533"/>
                  <a:gd name="T25" fmla="*/ 690 h 3610"/>
                  <a:gd name="T26" fmla="*/ 917 w 1533"/>
                  <a:gd name="T27" fmla="*/ 826 h 3610"/>
                  <a:gd name="T28" fmla="*/ 689 w 1533"/>
                  <a:gd name="T29" fmla="*/ 799 h 3610"/>
                  <a:gd name="T30" fmla="*/ 491 w 1533"/>
                  <a:gd name="T31" fmla="*/ 684 h 3610"/>
                  <a:gd name="T32" fmla="*/ 420 w 1533"/>
                  <a:gd name="T33" fmla="*/ 495 h 3610"/>
                  <a:gd name="T34" fmla="*/ 420 w 1533"/>
                  <a:gd name="T35" fmla="*/ 495 h 3610"/>
                  <a:gd name="T36" fmla="*/ 555 w 1533"/>
                  <a:gd name="T37" fmla="*/ 219 h 3610"/>
                  <a:gd name="T38" fmla="*/ 555 w 1533"/>
                  <a:gd name="T39" fmla="*/ 219 h 3610"/>
                  <a:gd name="T40" fmla="*/ 433 w 1533"/>
                  <a:gd name="T41" fmla="*/ 0 h 3610"/>
                  <a:gd name="T42" fmla="*/ 129 w 1533"/>
                  <a:gd name="T43" fmla="*/ 360 h 3610"/>
                  <a:gd name="T44" fmla="*/ 129 w 1533"/>
                  <a:gd name="T45" fmla="*/ 360 h 3610"/>
                  <a:gd name="T46" fmla="*/ 58 w 1533"/>
                  <a:gd name="T47" fmla="*/ 572 h 3610"/>
                  <a:gd name="T48" fmla="*/ 68 w 1533"/>
                  <a:gd name="T49" fmla="*/ 770 h 3610"/>
                  <a:gd name="T50" fmla="*/ 68 w 1533"/>
                  <a:gd name="T51" fmla="*/ 770 h 3610"/>
                  <a:gd name="T52" fmla="*/ 172 w 1533"/>
                  <a:gd name="T53" fmla="*/ 984 h 3610"/>
                  <a:gd name="T54" fmla="*/ 552 w 1533"/>
                  <a:gd name="T55" fmla="*/ 1361 h 3610"/>
                  <a:gd name="T56" fmla="*/ 552 w 1533"/>
                  <a:gd name="T57" fmla="*/ 1361 h 3610"/>
                  <a:gd name="T58" fmla="*/ 54 w 1533"/>
                  <a:gd name="T59" fmla="*/ 3017 h 3610"/>
                  <a:gd name="T60" fmla="*/ 54 w 1533"/>
                  <a:gd name="T61" fmla="*/ 3017 h 3610"/>
                  <a:gd name="T62" fmla="*/ 23 w 1533"/>
                  <a:gd name="T63" fmla="*/ 3555 h 3610"/>
                  <a:gd name="T64" fmla="*/ 1137 w 1533"/>
                  <a:gd name="T65" fmla="*/ 3609 h 3610"/>
                  <a:gd name="T66" fmla="*/ 1097 w 1533"/>
                  <a:gd name="T67" fmla="*/ 3080 h 3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33" h="3610">
                    <a:moveTo>
                      <a:pt x="1097" y="3080"/>
                    </a:moveTo>
                    <a:lnTo>
                      <a:pt x="1448" y="1431"/>
                    </a:lnTo>
                    <a:lnTo>
                      <a:pt x="1448" y="1431"/>
                    </a:lnTo>
                    <a:cubicBezTo>
                      <a:pt x="1448" y="1431"/>
                      <a:pt x="1532" y="1194"/>
                      <a:pt x="1474" y="990"/>
                    </a:cubicBezTo>
                    <a:lnTo>
                      <a:pt x="1474" y="990"/>
                    </a:lnTo>
                    <a:cubicBezTo>
                      <a:pt x="1435" y="853"/>
                      <a:pt x="1266" y="627"/>
                      <a:pt x="1195" y="537"/>
                    </a:cubicBezTo>
                    <a:lnTo>
                      <a:pt x="1195" y="537"/>
                    </a:lnTo>
                    <a:cubicBezTo>
                      <a:pt x="1195" y="537"/>
                      <a:pt x="1021" y="392"/>
                      <a:pt x="868" y="276"/>
                    </a:cubicBezTo>
                    <a:lnTo>
                      <a:pt x="868" y="276"/>
                    </a:lnTo>
                    <a:cubicBezTo>
                      <a:pt x="809" y="231"/>
                      <a:pt x="683" y="262"/>
                      <a:pt x="694" y="411"/>
                    </a:cubicBezTo>
                    <a:lnTo>
                      <a:pt x="694" y="411"/>
                    </a:lnTo>
                    <a:cubicBezTo>
                      <a:pt x="705" y="561"/>
                      <a:pt x="836" y="657"/>
                      <a:pt x="856" y="690"/>
                    </a:cubicBezTo>
                    <a:lnTo>
                      <a:pt x="856" y="690"/>
                    </a:lnTo>
                    <a:cubicBezTo>
                      <a:pt x="861" y="699"/>
                      <a:pt x="909" y="808"/>
                      <a:pt x="917" y="826"/>
                    </a:cubicBezTo>
                    <a:lnTo>
                      <a:pt x="689" y="799"/>
                    </a:lnTo>
                    <a:lnTo>
                      <a:pt x="491" y="684"/>
                    </a:lnTo>
                    <a:lnTo>
                      <a:pt x="420" y="495"/>
                    </a:lnTo>
                    <a:lnTo>
                      <a:pt x="420" y="495"/>
                    </a:lnTo>
                    <a:cubicBezTo>
                      <a:pt x="420" y="495"/>
                      <a:pt x="526" y="391"/>
                      <a:pt x="555" y="219"/>
                    </a:cubicBezTo>
                    <a:lnTo>
                      <a:pt x="555" y="219"/>
                    </a:lnTo>
                    <a:cubicBezTo>
                      <a:pt x="586" y="32"/>
                      <a:pt x="433" y="0"/>
                      <a:pt x="433" y="0"/>
                    </a:cubicBezTo>
                    <a:lnTo>
                      <a:pt x="129" y="360"/>
                    </a:lnTo>
                    <a:lnTo>
                      <a:pt x="129" y="360"/>
                    </a:lnTo>
                    <a:cubicBezTo>
                      <a:pt x="78" y="418"/>
                      <a:pt x="53" y="495"/>
                      <a:pt x="58" y="572"/>
                    </a:cubicBezTo>
                    <a:lnTo>
                      <a:pt x="68" y="770"/>
                    </a:lnTo>
                    <a:lnTo>
                      <a:pt x="68" y="770"/>
                    </a:lnTo>
                    <a:cubicBezTo>
                      <a:pt x="72" y="853"/>
                      <a:pt x="111" y="930"/>
                      <a:pt x="172" y="984"/>
                    </a:cubicBezTo>
                    <a:lnTo>
                      <a:pt x="552" y="1361"/>
                    </a:lnTo>
                    <a:lnTo>
                      <a:pt x="552" y="1361"/>
                    </a:lnTo>
                    <a:cubicBezTo>
                      <a:pt x="552" y="1361"/>
                      <a:pt x="183" y="2456"/>
                      <a:pt x="54" y="3017"/>
                    </a:cubicBezTo>
                    <a:lnTo>
                      <a:pt x="54" y="3017"/>
                    </a:lnTo>
                    <a:cubicBezTo>
                      <a:pt x="0" y="3255"/>
                      <a:pt x="14" y="3471"/>
                      <a:pt x="23" y="3555"/>
                    </a:cubicBezTo>
                    <a:lnTo>
                      <a:pt x="1137" y="3609"/>
                    </a:lnTo>
                    <a:lnTo>
                      <a:pt x="1097" y="3080"/>
                    </a:lnTo>
                  </a:path>
                </a:pathLst>
              </a:custGeom>
              <a:solidFill>
                <a:srgbClr val="FFBFA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3" name="Freeform 53">
                <a:extLst>
                  <a:ext uri="{FF2B5EF4-FFF2-40B4-BE49-F238E27FC236}">
                    <a16:creationId xmlns:a16="http://schemas.microsoft.com/office/drawing/2014/main" id="{71E8158C-3C5B-B308-D6BF-D58B4C5EF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17787" y="10252950"/>
                <a:ext cx="1343376" cy="3161567"/>
              </a:xfrm>
              <a:custGeom>
                <a:avLst/>
                <a:gdLst>
                  <a:gd name="T0" fmla="*/ 435 w 1534"/>
                  <a:gd name="T1" fmla="*/ 3080 h 3610"/>
                  <a:gd name="T2" fmla="*/ 85 w 1534"/>
                  <a:gd name="T3" fmla="*/ 1431 h 3610"/>
                  <a:gd name="T4" fmla="*/ 85 w 1534"/>
                  <a:gd name="T5" fmla="*/ 1431 h 3610"/>
                  <a:gd name="T6" fmla="*/ 59 w 1534"/>
                  <a:gd name="T7" fmla="*/ 990 h 3610"/>
                  <a:gd name="T8" fmla="*/ 59 w 1534"/>
                  <a:gd name="T9" fmla="*/ 990 h 3610"/>
                  <a:gd name="T10" fmla="*/ 339 w 1534"/>
                  <a:gd name="T11" fmla="*/ 537 h 3610"/>
                  <a:gd name="T12" fmla="*/ 339 w 1534"/>
                  <a:gd name="T13" fmla="*/ 537 h 3610"/>
                  <a:gd name="T14" fmla="*/ 665 w 1534"/>
                  <a:gd name="T15" fmla="*/ 276 h 3610"/>
                  <a:gd name="T16" fmla="*/ 665 w 1534"/>
                  <a:gd name="T17" fmla="*/ 276 h 3610"/>
                  <a:gd name="T18" fmla="*/ 839 w 1534"/>
                  <a:gd name="T19" fmla="*/ 411 h 3610"/>
                  <a:gd name="T20" fmla="*/ 839 w 1534"/>
                  <a:gd name="T21" fmla="*/ 411 h 3610"/>
                  <a:gd name="T22" fmla="*/ 677 w 1534"/>
                  <a:gd name="T23" fmla="*/ 690 h 3610"/>
                  <a:gd name="T24" fmla="*/ 677 w 1534"/>
                  <a:gd name="T25" fmla="*/ 690 h 3610"/>
                  <a:gd name="T26" fmla="*/ 616 w 1534"/>
                  <a:gd name="T27" fmla="*/ 826 h 3610"/>
                  <a:gd name="T28" fmla="*/ 844 w 1534"/>
                  <a:gd name="T29" fmla="*/ 799 h 3610"/>
                  <a:gd name="T30" fmla="*/ 1042 w 1534"/>
                  <a:gd name="T31" fmla="*/ 684 h 3610"/>
                  <a:gd name="T32" fmla="*/ 1112 w 1534"/>
                  <a:gd name="T33" fmla="*/ 495 h 3610"/>
                  <a:gd name="T34" fmla="*/ 1112 w 1534"/>
                  <a:gd name="T35" fmla="*/ 495 h 3610"/>
                  <a:gd name="T36" fmla="*/ 978 w 1534"/>
                  <a:gd name="T37" fmla="*/ 219 h 3610"/>
                  <a:gd name="T38" fmla="*/ 978 w 1534"/>
                  <a:gd name="T39" fmla="*/ 219 h 3610"/>
                  <a:gd name="T40" fmla="*/ 1100 w 1534"/>
                  <a:gd name="T41" fmla="*/ 0 h 3610"/>
                  <a:gd name="T42" fmla="*/ 1405 w 1534"/>
                  <a:gd name="T43" fmla="*/ 360 h 3610"/>
                  <a:gd name="T44" fmla="*/ 1405 w 1534"/>
                  <a:gd name="T45" fmla="*/ 360 h 3610"/>
                  <a:gd name="T46" fmla="*/ 1476 w 1534"/>
                  <a:gd name="T47" fmla="*/ 572 h 3610"/>
                  <a:gd name="T48" fmla="*/ 1465 w 1534"/>
                  <a:gd name="T49" fmla="*/ 770 h 3610"/>
                  <a:gd name="T50" fmla="*/ 1465 w 1534"/>
                  <a:gd name="T51" fmla="*/ 770 h 3610"/>
                  <a:gd name="T52" fmla="*/ 1360 w 1534"/>
                  <a:gd name="T53" fmla="*/ 984 h 3610"/>
                  <a:gd name="T54" fmla="*/ 982 w 1534"/>
                  <a:gd name="T55" fmla="*/ 1361 h 3610"/>
                  <a:gd name="T56" fmla="*/ 982 w 1534"/>
                  <a:gd name="T57" fmla="*/ 1361 h 3610"/>
                  <a:gd name="T58" fmla="*/ 1479 w 1534"/>
                  <a:gd name="T59" fmla="*/ 3017 h 3610"/>
                  <a:gd name="T60" fmla="*/ 1479 w 1534"/>
                  <a:gd name="T61" fmla="*/ 3017 h 3610"/>
                  <a:gd name="T62" fmla="*/ 1510 w 1534"/>
                  <a:gd name="T63" fmla="*/ 3555 h 3610"/>
                  <a:gd name="T64" fmla="*/ 397 w 1534"/>
                  <a:gd name="T65" fmla="*/ 3609 h 3610"/>
                  <a:gd name="T66" fmla="*/ 435 w 1534"/>
                  <a:gd name="T67" fmla="*/ 3080 h 3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34" h="3610">
                    <a:moveTo>
                      <a:pt x="435" y="3080"/>
                    </a:moveTo>
                    <a:lnTo>
                      <a:pt x="85" y="1431"/>
                    </a:lnTo>
                    <a:lnTo>
                      <a:pt x="85" y="1431"/>
                    </a:lnTo>
                    <a:cubicBezTo>
                      <a:pt x="85" y="1431"/>
                      <a:pt x="0" y="1194"/>
                      <a:pt x="59" y="990"/>
                    </a:cubicBezTo>
                    <a:lnTo>
                      <a:pt x="59" y="990"/>
                    </a:lnTo>
                    <a:cubicBezTo>
                      <a:pt x="98" y="853"/>
                      <a:pt x="266" y="627"/>
                      <a:pt x="339" y="537"/>
                    </a:cubicBezTo>
                    <a:lnTo>
                      <a:pt x="339" y="537"/>
                    </a:lnTo>
                    <a:cubicBezTo>
                      <a:pt x="339" y="537"/>
                      <a:pt x="512" y="392"/>
                      <a:pt x="665" y="276"/>
                    </a:cubicBezTo>
                    <a:lnTo>
                      <a:pt x="665" y="276"/>
                    </a:lnTo>
                    <a:cubicBezTo>
                      <a:pt x="724" y="231"/>
                      <a:pt x="850" y="262"/>
                      <a:pt x="839" y="411"/>
                    </a:cubicBezTo>
                    <a:lnTo>
                      <a:pt x="839" y="411"/>
                    </a:lnTo>
                    <a:cubicBezTo>
                      <a:pt x="829" y="561"/>
                      <a:pt x="696" y="657"/>
                      <a:pt x="677" y="690"/>
                    </a:cubicBezTo>
                    <a:lnTo>
                      <a:pt x="677" y="690"/>
                    </a:lnTo>
                    <a:cubicBezTo>
                      <a:pt x="672" y="699"/>
                      <a:pt x="624" y="808"/>
                      <a:pt x="616" y="826"/>
                    </a:cubicBezTo>
                    <a:lnTo>
                      <a:pt x="844" y="799"/>
                    </a:lnTo>
                    <a:lnTo>
                      <a:pt x="1042" y="684"/>
                    </a:lnTo>
                    <a:lnTo>
                      <a:pt x="1112" y="495"/>
                    </a:lnTo>
                    <a:lnTo>
                      <a:pt x="1112" y="495"/>
                    </a:lnTo>
                    <a:cubicBezTo>
                      <a:pt x="1112" y="495"/>
                      <a:pt x="1006" y="391"/>
                      <a:pt x="978" y="219"/>
                    </a:cubicBezTo>
                    <a:lnTo>
                      <a:pt x="978" y="219"/>
                    </a:lnTo>
                    <a:cubicBezTo>
                      <a:pt x="946" y="32"/>
                      <a:pt x="1100" y="0"/>
                      <a:pt x="1100" y="0"/>
                    </a:cubicBezTo>
                    <a:lnTo>
                      <a:pt x="1405" y="360"/>
                    </a:lnTo>
                    <a:lnTo>
                      <a:pt x="1405" y="360"/>
                    </a:lnTo>
                    <a:cubicBezTo>
                      <a:pt x="1454" y="418"/>
                      <a:pt x="1480" y="495"/>
                      <a:pt x="1476" y="572"/>
                    </a:cubicBezTo>
                    <a:lnTo>
                      <a:pt x="1465" y="770"/>
                    </a:lnTo>
                    <a:lnTo>
                      <a:pt x="1465" y="770"/>
                    </a:lnTo>
                    <a:cubicBezTo>
                      <a:pt x="1460" y="853"/>
                      <a:pt x="1423" y="930"/>
                      <a:pt x="1360" y="984"/>
                    </a:cubicBezTo>
                    <a:lnTo>
                      <a:pt x="982" y="1361"/>
                    </a:lnTo>
                    <a:lnTo>
                      <a:pt x="982" y="1361"/>
                    </a:lnTo>
                    <a:cubicBezTo>
                      <a:pt x="982" y="1361"/>
                      <a:pt x="1350" y="2456"/>
                      <a:pt x="1479" y="3017"/>
                    </a:cubicBezTo>
                    <a:lnTo>
                      <a:pt x="1479" y="3017"/>
                    </a:lnTo>
                    <a:cubicBezTo>
                      <a:pt x="1533" y="3255"/>
                      <a:pt x="1519" y="3471"/>
                      <a:pt x="1510" y="3555"/>
                    </a:cubicBezTo>
                    <a:lnTo>
                      <a:pt x="397" y="3609"/>
                    </a:lnTo>
                    <a:lnTo>
                      <a:pt x="435" y="3080"/>
                    </a:lnTo>
                  </a:path>
                </a:pathLst>
              </a:custGeom>
              <a:solidFill>
                <a:srgbClr val="FFBFA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2" name="Freeform 52">
                <a:extLst>
                  <a:ext uri="{FF2B5EF4-FFF2-40B4-BE49-F238E27FC236}">
                    <a16:creationId xmlns:a16="http://schemas.microsoft.com/office/drawing/2014/main" id="{BE9BFC45-A4C8-B231-07FE-E3ED84DF6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77245" y="13155822"/>
                <a:ext cx="1015254" cy="606066"/>
              </a:xfrm>
              <a:custGeom>
                <a:avLst/>
                <a:gdLst>
                  <a:gd name="T0" fmla="*/ 1160 w 1161"/>
                  <a:gd name="T1" fmla="*/ 0 h 694"/>
                  <a:gd name="T2" fmla="*/ 1160 w 1161"/>
                  <a:gd name="T3" fmla="*/ 0 h 694"/>
                  <a:gd name="T4" fmla="*/ 1105 w 1161"/>
                  <a:gd name="T5" fmla="*/ 693 h 694"/>
                  <a:gd name="T6" fmla="*/ 0 w 1161"/>
                  <a:gd name="T7" fmla="*/ 693 h 694"/>
                  <a:gd name="T8" fmla="*/ 47 w 1161"/>
                  <a:gd name="T9" fmla="*/ 54 h 694"/>
                  <a:gd name="T10" fmla="*/ 1160 w 1161"/>
                  <a:gd name="T11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61" h="694">
                    <a:moveTo>
                      <a:pt x="1160" y="0"/>
                    </a:moveTo>
                    <a:lnTo>
                      <a:pt x="1160" y="0"/>
                    </a:lnTo>
                    <a:cubicBezTo>
                      <a:pt x="1153" y="66"/>
                      <a:pt x="1105" y="693"/>
                      <a:pt x="1105" y="693"/>
                    </a:cubicBezTo>
                    <a:lnTo>
                      <a:pt x="0" y="693"/>
                    </a:lnTo>
                    <a:lnTo>
                      <a:pt x="47" y="54"/>
                    </a:lnTo>
                    <a:lnTo>
                      <a:pt x="1160" y="0"/>
                    </a:lnTo>
                  </a:path>
                </a:pathLst>
              </a:custGeom>
              <a:solidFill>
                <a:srgbClr val="98C24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7" name="Group 28">
              <a:extLst>
                <a:ext uri="{FF2B5EF4-FFF2-40B4-BE49-F238E27FC236}">
                  <a16:creationId xmlns:a16="http://schemas.microsoft.com/office/drawing/2014/main" id="{91631D8D-350F-430D-13A2-0DF097AB85A2}"/>
                </a:ext>
              </a:extLst>
            </p:cNvPr>
            <p:cNvGrpSpPr/>
            <p:nvPr/>
          </p:nvGrpSpPr>
          <p:grpSpPr>
            <a:xfrm>
              <a:off x="13047736" y="8747387"/>
              <a:ext cx="2559365" cy="4964316"/>
              <a:chOff x="13047736" y="8747387"/>
              <a:chExt cx="2559365" cy="4964316"/>
            </a:xfrm>
          </p:grpSpPr>
          <p:sp>
            <p:nvSpPr>
              <p:cNvPr id="44" name="Freeform 54">
                <a:extLst>
                  <a:ext uri="{FF2B5EF4-FFF2-40B4-BE49-F238E27FC236}">
                    <a16:creationId xmlns:a16="http://schemas.microsoft.com/office/drawing/2014/main" id="{E70F9529-0ABC-F722-F5F3-C8EDE3E97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5824" y="9187459"/>
                <a:ext cx="1771868" cy="2339328"/>
              </a:xfrm>
              <a:custGeom>
                <a:avLst/>
                <a:gdLst>
                  <a:gd name="T0" fmla="*/ 1830 w 2023"/>
                  <a:gd name="T1" fmla="*/ 1679 h 2671"/>
                  <a:gd name="T2" fmla="*/ 1503 w 2023"/>
                  <a:gd name="T3" fmla="*/ 873 h 2671"/>
                  <a:gd name="T4" fmla="*/ 1503 w 2023"/>
                  <a:gd name="T5" fmla="*/ 873 h 2671"/>
                  <a:gd name="T6" fmla="*/ 395 w 2023"/>
                  <a:gd name="T7" fmla="*/ 70 h 2671"/>
                  <a:gd name="T8" fmla="*/ 395 w 2023"/>
                  <a:gd name="T9" fmla="*/ 70 h 2671"/>
                  <a:gd name="T10" fmla="*/ 339 w 2023"/>
                  <a:gd name="T11" fmla="*/ 333 h 2671"/>
                  <a:gd name="T12" fmla="*/ 339 w 2023"/>
                  <a:gd name="T13" fmla="*/ 333 h 2671"/>
                  <a:gd name="T14" fmla="*/ 176 w 2023"/>
                  <a:gd name="T15" fmla="*/ 372 h 2671"/>
                  <a:gd name="T16" fmla="*/ 176 w 2023"/>
                  <a:gd name="T17" fmla="*/ 372 h 2671"/>
                  <a:gd name="T18" fmla="*/ 216 w 2023"/>
                  <a:gd name="T19" fmla="*/ 588 h 2671"/>
                  <a:gd name="T20" fmla="*/ 216 w 2023"/>
                  <a:gd name="T21" fmla="*/ 588 h 2671"/>
                  <a:gd name="T22" fmla="*/ 32 w 2023"/>
                  <a:gd name="T23" fmla="*/ 690 h 2671"/>
                  <a:gd name="T24" fmla="*/ 32 w 2023"/>
                  <a:gd name="T25" fmla="*/ 690 h 2671"/>
                  <a:gd name="T26" fmla="*/ 179 w 2023"/>
                  <a:gd name="T27" fmla="*/ 967 h 2671"/>
                  <a:gd name="T28" fmla="*/ 179 w 2023"/>
                  <a:gd name="T29" fmla="*/ 967 h 2671"/>
                  <a:gd name="T30" fmla="*/ 132 w 2023"/>
                  <a:gd name="T31" fmla="*/ 1181 h 2671"/>
                  <a:gd name="T32" fmla="*/ 132 w 2023"/>
                  <a:gd name="T33" fmla="*/ 1181 h 2671"/>
                  <a:gd name="T34" fmla="*/ 533 w 2023"/>
                  <a:gd name="T35" fmla="*/ 1620 h 2671"/>
                  <a:gd name="T36" fmla="*/ 533 w 2023"/>
                  <a:gd name="T37" fmla="*/ 1620 h 2671"/>
                  <a:gd name="T38" fmla="*/ 602 w 2023"/>
                  <a:gd name="T39" fmla="*/ 1850 h 2671"/>
                  <a:gd name="T40" fmla="*/ 602 w 2023"/>
                  <a:gd name="T41" fmla="*/ 1850 h 2671"/>
                  <a:gd name="T42" fmla="*/ 965 w 2023"/>
                  <a:gd name="T43" fmla="*/ 2344 h 2671"/>
                  <a:gd name="T44" fmla="*/ 1057 w 2023"/>
                  <a:gd name="T45" fmla="*/ 2670 h 2671"/>
                  <a:gd name="T46" fmla="*/ 2022 w 2023"/>
                  <a:gd name="T47" fmla="*/ 2158 h 2671"/>
                  <a:gd name="T48" fmla="*/ 1830 w 2023"/>
                  <a:gd name="T49" fmla="*/ 1679 h 2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023" h="2671">
                    <a:moveTo>
                      <a:pt x="1830" y="1679"/>
                    </a:moveTo>
                    <a:lnTo>
                      <a:pt x="1503" y="873"/>
                    </a:lnTo>
                    <a:lnTo>
                      <a:pt x="1503" y="873"/>
                    </a:lnTo>
                    <a:cubicBezTo>
                      <a:pt x="1503" y="873"/>
                      <a:pt x="571" y="0"/>
                      <a:pt x="395" y="70"/>
                    </a:cubicBezTo>
                    <a:lnTo>
                      <a:pt x="395" y="70"/>
                    </a:lnTo>
                    <a:cubicBezTo>
                      <a:pt x="214" y="143"/>
                      <a:pt x="339" y="333"/>
                      <a:pt x="339" y="333"/>
                    </a:cubicBezTo>
                    <a:lnTo>
                      <a:pt x="339" y="333"/>
                    </a:lnTo>
                    <a:cubicBezTo>
                      <a:pt x="339" y="333"/>
                      <a:pt x="223" y="295"/>
                      <a:pt x="176" y="372"/>
                    </a:cubicBezTo>
                    <a:lnTo>
                      <a:pt x="176" y="372"/>
                    </a:lnTo>
                    <a:cubicBezTo>
                      <a:pt x="113" y="475"/>
                      <a:pt x="216" y="588"/>
                      <a:pt x="216" y="588"/>
                    </a:cubicBezTo>
                    <a:lnTo>
                      <a:pt x="216" y="588"/>
                    </a:lnTo>
                    <a:cubicBezTo>
                      <a:pt x="216" y="588"/>
                      <a:pt x="67" y="553"/>
                      <a:pt x="32" y="690"/>
                    </a:cubicBezTo>
                    <a:lnTo>
                      <a:pt x="32" y="690"/>
                    </a:lnTo>
                    <a:cubicBezTo>
                      <a:pt x="0" y="815"/>
                      <a:pt x="179" y="967"/>
                      <a:pt x="179" y="967"/>
                    </a:cubicBezTo>
                    <a:lnTo>
                      <a:pt x="179" y="967"/>
                    </a:lnTo>
                    <a:cubicBezTo>
                      <a:pt x="179" y="967"/>
                      <a:pt x="57" y="1056"/>
                      <a:pt x="132" y="1181"/>
                    </a:cubicBezTo>
                    <a:lnTo>
                      <a:pt x="132" y="1181"/>
                    </a:lnTo>
                    <a:cubicBezTo>
                      <a:pt x="228" y="1341"/>
                      <a:pt x="533" y="1620"/>
                      <a:pt x="533" y="1620"/>
                    </a:cubicBezTo>
                    <a:lnTo>
                      <a:pt x="533" y="1620"/>
                    </a:lnTo>
                    <a:cubicBezTo>
                      <a:pt x="533" y="1620"/>
                      <a:pt x="586" y="1802"/>
                      <a:pt x="602" y="1850"/>
                    </a:cubicBezTo>
                    <a:lnTo>
                      <a:pt x="602" y="1850"/>
                    </a:lnTo>
                    <a:cubicBezTo>
                      <a:pt x="703" y="2150"/>
                      <a:pt x="965" y="2344"/>
                      <a:pt x="965" y="2344"/>
                    </a:cubicBezTo>
                    <a:lnTo>
                      <a:pt x="1057" y="2670"/>
                    </a:lnTo>
                    <a:lnTo>
                      <a:pt x="2022" y="2158"/>
                    </a:lnTo>
                    <a:lnTo>
                      <a:pt x="1830" y="1679"/>
                    </a:lnTo>
                  </a:path>
                </a:pathLst>
              </a:custGeom>
              <a:solidFill>
                <a:srgbClr val="FFD5C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Freeform 55">
                <a:extLst>
                  <a:ext uri="{FF2B5EF4-FFF2-40B4-BE49-F238E27FC236}">
                    <a16:creationId xmlns:a16="http://schemas.microsoft.com/office/drawing/2014/main" id="{AE823334-2D6F-7859-ECBC-9A5AB5D1E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82290" y="11075133"/>
                <a:ext cx="1524811" cy="2636570"/>
              </a:xfrm>
              <a:custGeom>
                <a:avLst/>
                <a:gdLst>
                  <a:gd name="T0" fmla="*/ 1694 w 1743"/>
                  <a:gd name="T1" fmla="*/ 1954 h 3014"/>
                  <a:gd name="T2" fmla="*/ 1694 w 1743"/>
                  <a:gd name="T3" fmla="*/ 1954 h 3014"/>
                  <a:gd name="T4" fmla="*/ 1552 w 1743"/>
                  <a:gd name="T5" fmla="*/ 1468 h 3014"/>
                  <a:gd name="T6" fmla="*/ 965 w 1743"/>
                  <a:gd name="T7" fmla="*/ 0 h 3014"/>
                  <a:gd name="T8" fmla="*/ 0 w 1743"/>
                  <a:gd name="T9" fmla="*/ 512 h 3014"/>
                  <a:gd name="T10" fmla="*/ 417 w 1743"/>
                  <a:gd name="T11" fmla="*/ 1979 h 3014"/>
                  <a:gd name="T12" fmla="*/ 417 w 1743"/>
                  <a:gd name="T13" fmla="*/ 3013 h 3014"/>
                  <a:gd name="T14" fmla="*/ 1742 w 1743"/>
                  <a:gd name="T15" fmla="*/ 3013 h 3014"/>
                  <a:gd name="T16" fmla="*/ 1742 w 1743"/>
                  <a:gd name="T17" fmla="*/ 2457 h 3014"/>
                  <a:gd name="T18" fmla="*/ 1742 w 1743"/>
                  <a:gd name="T19" fmla="*/ 2457 h 3014"/>
                  <a:gd name="T20" fmla="*/ 1694 w 1743"/>
                  <a:gd name="T21" fmla="*/ 1954 h 30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43" h="3014">
                    <a:moveTo>
                      <a:pt x="1694" y="1954"/>
                    </a:moveTo>
                    <a:lnTo>
                      <a:pt x="1694" y="1954"/>
                    </a:lnTo>
                    <a:cubicBezTo>
                      <a:pt x="1662" y="1789"/>
                      <a:pt x="1614" y="1626"/>
                      <a:pt x="1552" y="1468"/>
                    </a:cubicBezTo>
                    <a:lnTo>
                      <a:pt x="965" y="0"/>
                    </a:lnTo>
                    <a:lnTo>
                      <a:pt x="0" y="512"/>
                    </a:lnTo>
                    <a:lnTo>
                      <a:pt x="417" y="1979"/>
                    </a:lnTo>
                    <a:lnTo>
                      <a:pt x="417" y="3013"/>
                    </a:lnTo>
                    <a:lnTo>
                      <a:pt x="1742" y="3013"/>
                    </a:lnTo>
                    <a:lnTo>
                      <a:pt x="1742" y="2457"/>
                    </a:lnTo>
                    <a:lnTo>
                      <a:pt x="1742" y="2457"/>
                    </a:lnTo>
                    <a:cubicBezTo>
                      <a:pt x="1742" y="2288"/>
                      <a:pt x="1726" y="2119"/>
                      <a:pt x="1694" y="1954"/>
                    </a:cubicBezTo>
                  </a:path>
                </a:pathLst>
              </a:custGeom>
              <a:solidFill>
                <a:srgbClr val="F8D32A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Freeform 56">
                <a:extLst>
                  <a:ext uri="{FF2B5EF4-FFF2-40B4-BE49-F238E27FC236}">
                    <a16:creationId xmlns:a16="http://schemas.microsoft.com/office/drawing/2014/main" id="{BAF294C5-472B-40DE-16EE-CF9406F8F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82290" y="11075133"/>
                <a:ext cx="1003672" cy="872423"/>
              </a:xfrm>
              <a:custGeom>
                <a:avLst/>
                <a:gdLst>
                  <a:gd name="T0" fmla="*/ 965 w 1148"/>
                  <a:gd name="T1" fmla="*/ 0 h 995"/>
                  <a:gd name="T2" fmla="*/ 0 w 1148"/>
                  <a:gd name="T3" fmla="*/ 512 h 995"/>
                  <a:gd name="T4" fmla="*/ 137 w 1148"/>
                  <a:gd name="T5" fmla="*/ 994 h 995"/>
                  <a:gd name="T6" fmla="*/ 1147 w 1148"/>
                  <a:gd name="T7" fmla="*/ 457 h 995"/>
                  <a:gd name="T8" fmla="*/ 965 w 1148"/>
                  <a:gd name="T9" fmla="*/ 0 h 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48" h="995">
                    <a:moveTo>
                      <a:pt x="965" y="0"/>
                    </a:moveTo>
                    <a:lnTo>
                      <a:pt x="0" y="512"/>
                    </a:lnTo>
                    <a:lnTo>
                      <a:pt x="137" y="994"/>
                    </a:lnTo>
                    <a:lnTo>
                      <a:pt x="1147" y="457"/>
                    </a:lnTo>
                    <a:lnTo>
                      <a:pt x="965" y="0"/>
                    </a:lnTo>
                  </a:path>
                </a:pathLst>
              </a:custGeom>
              <a:solidFill>
                <a:schemeClr val="bg1">
                  <a:alpha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Freeform 57">
                <a:extLst>
                  <a:ext uri="{FF2B5EF4-FFF2-40B4-BE49-F238E27FC236}">
                    <a16:creationId xmlns:a16="http://schemas.microsoft.com/office/drawing/2014/main" id="{734C8C5F-0457-2021-D595-1C7E973E41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47736" y="8747387"/>
                <a:ext cx="1177386" cy="1188965"/>
              </a:xfrm>
              <a:custGeom>
                <a:avLst/>
                <a:gdLst>
                  <a:gd name="T0" fmla="*/ 845 w 1344"/>
                  <a:gd name="T1" fmla="*/ 39 h 1356"/>
                  <a:gd name="T2" fmla="*/ 845 w 1344"/>
                  <a:gd name="T3" fmla="*/ 39 h 1356"/>
                  <a:gd name="T4" fmla="*/ 744 w 1344"/>
                  <a:gd name="T5" fmla="*/ 1 h 1356"/>
                  <a:gd name="T6" fmla="*/ 744 w 1344"/>
                  <a:gd name="T7" fmla="*/ 1 h 1356"/>
                  <a:gd name="T8" fmla="*/ 645 w 1344"/>
                  <a:gd name="T9" fmla="*/ 44 h 1356"/>
                  <a:gd name="T10" fmla="*/ 342 w 1344"/>
                  <a:gd name="T11" fmla="*/ 363 h 1356"/>
                  <a:gd name="T12" fmla="*/ 40 w 1344"/>
                  <a:gd name="T13" fmla="*/ 682 h 1356"/>
                  <a:gd name="T14" fmla="*/ 40 w 1344"/>
                  <a:gd name="T15" fmla="*/ 682 h 1356"/>
                  <a:gd name="T16" fmla="*/ 1 w 1344"/>
                  <a:gd name="T17" fmla="*/ 783 h 1356"/>
                  <a:gd name="T18" fmla="*/ 1 w 1344"/>
                  <a:gd name="T19" fmla="*/ 783 h 1356"/>
                  <a:gd name="T20" fmla="*/ 45 w 1344"/>
                  <a:gd name="T21" fmla="*/ 882 h 1356"/>
                  <a:gd name="T22" fmla="*/ 543 w 1344"/>
                  <a:gd name="T23" fmla="*/ 1355 h 1356"/>
                  <a:gd name="T24" fmla="*/ 1343 w 1344"/>
                  <a:gd name="T25" fmla="*/ 511 h 1356"/>
                  <a:gd name="T26" fmla="*/ 845 w 1344"/>
                  <a:gd name="T27" fmla="*/ 39 h 1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44" h="1356">
                    <a:moveTo>
                      <a:pt x="845" y="39"/>
                    </a:moveTo>
                    <a:lnTo>
                      <a:pt x="845" y="39"/>
                    </a:lnTo>
                    <a:cubicBezTo>
                      <a:pt x="817" y="12"/>
                      <a:pt x="780" y="0"/>
                      <a:pt x="744" y="1"/>
                    </a:cubicBezTo>
                    <a:lnTo>
                      <a:pt x="744" y="1"/>
                    </a:lnTo>
                    <a:cubicBezTo>
                      <a:pt x="708" y="2"/>
                      <a:pt x="672" y="16"/>
                      <a:pt x="645" y="44"/>
                    </a:cubicBezTo>
                    <a:lnTo>
                      <a:pt x="342" y="363"/>
                    </a:lnTo>
                    <a:lnTo>
                      <a:pt x="40" y="682"/>
                    </a:lnTo>
                    <a:lnTo>
                      <a:pt x="40" y="682"/>
                    </a:lnTo>
                    <a:cubicBezTo>
                      <a:pt x="13" y="711"/>
                      <a:pt x="0" y="747"/>
                      <a:pt x="1" y="783"/>
                    </a:cubicBezTo>
                    <a:lnTo>
                      <a:pt x="1" y="783"/>
                    </a:lnTo>
                    <a:cubicBezTo>
                      <a:pt x="2" y="820"/>
                      <a:pt x="17" y="855"/>
                      <a:pt x="45" y="882"/>
                    </a:cubicBezTo>
                    <a:lnTo>
                      <a:pt x="543" y="1355"/>
                    </a:lnTo>
                    <a:lnTo>
                      <a:pt x="1343" y="511"/>
                    </a:lnTo>
                    <a:lnTo>
                      <a:pt x="845" y="39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Freeform 58">
                <a:extLst>
                  <a:ext uri="{FF2B5EF4-FFF2-40B4-BE49-F238E27FC236}">
                    <a16:creationId xmlns:a16="http://schemas.microsoft.com/office/drawing/2014/main" id="{7A8D3B7B-2AB5-6AB2-B3F6-863C60D68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2551" y="9195179"/>
                <a:ext cx="752753" cy="787496"/>
              </a:xfrm>
              <a:custGeom>
                <a:avLst/>
                <a:gdLst>
                  <a:gd name="T0" fmla="*/ 857 w 858"/>
                  <a:gd name="T1" fmla="*/ 54 h 899"/>
                  <a:gd name="T2" fmla="*/ 800 w 858"/>
                  <a:gd name="T3" fmla="*/ 0 h 899"/>
                  <a:gd name="T4" fmla="*/ 0 w 858"/>
                  <a:gd name="T5" fmla="*/ 844 h 899"/>
                  <a:gd name="T6" fmla="*/ 57 w 858"/>
                  <a:gd name="T7" fmla="*/ 898 h 899"/>
                  <a:gd name="T8" fmla="*/ 857 w 858"/>
                  <a:gd name="T9" fmla="*/ 54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8" h="899">
                    <a:moveTo>
                      <a:pt x="857" y="54"/>
                    </a:moveTo>
                    <a:lnTo>
                      <a:pt x="800" y="0"/>
                    </a:lnTo>
                    <a:lnTo>
                      <a:pt x="0" y="844"/>
                    </a:lnTo>
                    <a:lnTo>
                      <a:pt x="57" y="898"/>
                    </a:lnTo>
                    <a:lnTo>
                      <a:pt x="857" y="54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Freeform 59">
                <a:extLst>
                  <a:ext uri="{FF2B5EF4-FFF2-40B4-BE49-F238E27FC236}">
                    <a16:creationId xmlns:a16="http://schemas.microsoft.com/office/drawing/2014/main" id="{BE5611F8-3B64-CFD3-7958-4B14D7E2D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72734" y="9241502"/>
                <a:ext cx="1370400" cy="1374259"/>
              </a:xfrm>
              <a:custGeom>
                <a:avLst/>
                <a:gdLst>
                  <a:gd name="T0" fmla="*/ 1565 w 1566"/>
                  <a:gd name="T1" fmla="*/ 783 h 1568"/>
                  <a:gd name="T2" fmla="*/ 1565 w 1566"/>
                  <a:gd name="T3" fmla="*/ 783 h 1568"/>
                  <a:gd name="T4" fmla="*/ 1520 w 1566"/>
                  <a:gd name="T5" fmla="*/ 684 h 1568"/>
                  <a:gd name="T6" fmla="*/ 882 w 1566"/>
                  <a:gd name="T7" fmla="*/ 79 h 1568"/>
                  <a:gd name="T8" fmla="*/ 800 w 1566"/>
                  <a:gd name="T9" fmla="*/ 0 h 1568"/>
                  <a:gd name="T10" fmla="*/ 0 w 1566"/>
                  <a:gd name="T11" fmla="*/ 844 h 1568"/>
                  <a:gd name="T12" fmla="*/ 83 w 1566"/>
                  <a:gd name="T13" fmla="*/ 922 h 1568"/>
                  <a:gd name="T14" fmla="*/ 720 w 1566"/>
                  <a:gd name="T15" fmla="*/ 1527 h 1568"/>
                  <a:gd name="T16" fmla="*/ 720 w 1566"/>
                  <a:gd name="T17" fmla="*/ 1527 h 1568"/>
                  <a:gd name="T18" fmla="*/ 822 w 1566"/>
                  <a:gd name="T19" fmla="*/ 1566 h 1568"/>
                  <a:gd name="T20" fmla="*/ 822 w 1566"/>
                  <a:gd name="T21" fmla="*/ 1566 h 1568"/>
                  <a:gd name="T22" fmla="*/ 921 w 1566"/>
                  <a:gd name="T23" fmla="*/ 1521 h 1568"/>
                  <a:gd name="T24" fmla="*/ 1222 w 1566"/>
                  <a:gd name="T25" fmla="*/ 1203 h 1568"/>
                  <a:gd name="T26" fmla="*/ 1525 w 1566"/>
                  <a:gd name="T27" fmla="*/ 884 h 1568"/>
                  <a:gd name="T28" fmla="*/ 1525 w 1566"/>
                  <a:gd name="T29" fmla="*/ 884 h 1568"/>
                  <a:gd name="T30" fmla="*/ 1565 w 1566"/>
                  <a:gd name="T31" fmla="*/ 783 h 1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66" h="1568">
                    <a:moveTo>
                      <a:pt x="1565" y="783"/>
                    </a:moveTo>
                    <a:lnTo>
                      <a:pt x="1565" y="783"/>
                    </a:lnTo>
                    <a:cubicBezTo>
                      <a:pt x="1563" y="747"/>
                      <a:pt x="1548" y="712"/>
                      <a:pt x="1520" y="684"/>
                    </a:cubicBezTo>
                    <a:lnTo>
                      <a:pt x="882" y="79"/>
                    </a:lnTo>
                    <a:lnTo>
                      <a:pt x="800" y="0"/>
                    </a:lnTo>
                    <a:lnTo>
                      <a:pt x="0" y="844"/>
                    </a:lnTo>
                    <a:lnTo>
                      <a:pt x="83" y="922"/>
                    </a:lnTo>
                    <a:lnTo>
                      <a:pt x="720" y="1527"/>
                    </a:lnTo>
                    <a:lnTo>
                      <a:pt x="720" y="1527"/>
                    </a:lnTo>
                    <a:cubicBezTo>
                      <a:pt x="748" y="1554"/>
                      <a:pt x="785" y="1567"/>
                      <a:pt x="822" y="1566"/>
                    </a:cubicBezTo>
                    <a:lnTo>
                      <a:pt x="822" y="1566"/>
                    </a:lnTo>
                    <a:cubicBezTo>
                      <a:pt x="858" y="1565"/>
                      <a:pt x="894" y="1550"/>
                      <a:pt x="921" y="1521"/>
                    </a:cubicBezTo>
                    <a:lnTo>
                      <a:pt x="1222" y="1203"/>
                    </a:lnTo>
                    <a:lnTo>
                      <a:pt x="1525" y="884"/>
                    </a:lnTo>
                    <a:lnTo>
                      <a:pt x="1525" y="884"/>
                    </a:lnTo>
                    <a:cubicBezTo>
                      <a:pt x="1553" y="856"/>
                      <a:pt x="1565" y="819"/>
                      <a:pt x="1565" y="78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0" name="Freeform: Shape 44">
                <a:extLst>
                  <a:ext uri="{FF2B5EF4-FFF2-40B4-BE49-F238E27FC236}">
                    <a16:creationId xmlns:a16="http://schemas.microsoft.com/office/drawing/2014/main" id="{5E00394F-80B9-9299-043A-DA80485B1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07291" y="8906843"/>
                <a:ext cx="792458" cy="807306"/>
              </a:xfrm>
              <a:custGeom>
                <a:avLst/>
                <a:gdLst>
                  <a:gd name="connsiteX0" fmla="*/ 270368 w 792458"/>
                  <a:gd name="connsiteY0" fmla="*/ 640393 h 807306"/>
                  <a:gd name="connsiteX1" fmla="*/ 330147 w 792458"/>
                  <a:gd name="connsiteY1" fmla="*/ 662782 h 807306"/>
                  <a:gd name="connsiteX2" fmla="*/ 333676 w 792458"/>
                  <a:gd name="connsiteY2" fmla="*/ 781017 h 807306"/>
                  <a:gd name="connsiteX3" fmla="*/ 215442 w 792458"/>
                  <a:gd name="connsiteY3" fmla="*/ 784546 h 807306"/>
                  <a:gd name="connsiteX4" fmla="*/ 211913 w 792458"/>
                  <a:gd name="connsiteY4" fmla="*/ 666312 h 807306"/>
                  <a:gd name="connsiteX5" fmla="*/ 270368 w 792458"/>
                  <a:gd name="connsiteY5" fmla="*/ 640393 h 807306"/>
                  <a:gd name="connsiteX6" fmla="*/ 420589 w 792458"/>
                  <a:gd name="connsiteY6" fmla="*/ 485953 h 807306"/>
                  <a:gd name="connsiteX7" fmla="*/ 480699 w 792458"/>
                  <a:gd name="connsiteY7" fmla="*/ 508741 h 807306"/>
                  <a:gd name="connsiteX8" fmla="*/ 483346 w 792458"/>
                  <a:gd name="connsiteY8" fmla="*/ 624199 h 807306"/>
                  <a:gd name="connsiteX9" fmla="*/ 365112 w 792458"/>
                  <a:gd name="connsiteY9" fmla="*/ 627671 h 807306"/>
                  <a:gd name="connsiteX10" fmla="*/ 362465 w 792458"/>
                  <a:gd name="connsiteY10" fmla="*/ 511345 h 807306"/>
                  <a:gd name="connsiteX11" fmla="*/ 420589 w 792458"/>
                  <a:gd name="connsiteY11" fmla="*/ 485953 h 807306"/>
                  <a:gd name="connsiteX12" fmla="*/ 81216 w 792458"/>
                  <a:gd name="connsiteY12" fmla="*/ 462791 h 807306"/>
                  <a:gd name="connsiteX13" fmla="*/ 140995 w 792458"/>
                  <a:gd name="connsiteY13" fmla="*/ 485579 h 807306"/>
                  <a:gd name="connsiteX14" fmla="*/ 144524 w 792458"/>
                  <a:gd name="connsiteY14" fmla="*/ 601037 h 807306"/>
                  <a:gd name="connsiteX15" fmla="*/ 26290 w 792458"/>
                  <a:gd name="connsiteY15" fmla="*/ 603641 h 807306"/>
                  <a:gd name="connsiteX16" fmla="*/ 22761 w 792458"/>
                  <a:gd name="connsiteY16" fmla="*/ 488183 h 807306"/>
                  <a:gd name="connsiteX17" fmla="*/ 81216 w 792458"/>
                  <a:gd name="connsiteY17" fmla="*/ 462791 h 807306"/>
                  <a:gd name="connsiteX18" fmla="*/ 561425 w 792458"/>
                  <a:gd name="connsiteY18" fmla="*/ 335542 h 807306"/>
                  <a:gd name="connsiteX19" fmla="*/ 619371 w 792458"/>
                  <a:gd name="connsiteY19" fmla="*/ 358704 h 807306"/>
                  <a:gd name="connsiteX20" fmla="*/ 622843 w 792458"/>
                  <a:gd name="connsiteY20" fmla="*/ 476938 h 807306"/>
                  <a:gd name="connsiteX21" fmla="*/ 507385 w 792458"/>
                  <a:gd name="connsiteY21" fmla="*/ 479585 h 807306"/>
                  <a:gd name="connsiteX22" fmla="*/ 504781 w 792458"/>
                  <a:gd name="connsiteY22" fmla="*/ 361351 h 807306"/>
                  <a:gd name="connsiteX23" fmla="*/ 561425 w 792458"/>
                  <a:gd name="connsiteY23" fmla="*/ 335542 h 807306"/>
                  <a:gd name="connsiteX24" fmla="*/ 230994 w 792458"/>
                  <a:gd name="connsiteY24" fmla="*/ 304881 h 807306"/>
                  <a:gd name="connsiteX25" fmla="*/ 291545 w 792458"/>
                  <a:gd name="connsiteY25" fmla="*/ 326939 h 807306"/>
                  <a:gd name="connsiteX26" fmla="*/ 294192 w 792458"/>
                  <a:gd name="connsiteY26" fmla="*/ 445174 h 807306"/>
                  <a:gd name="connsiteX27" fmla="*/ 175958 w 792458"/>
                  <a:gd name="connsiteY27" fmla="*/ 448703 h 807306"/>
                  <a:gd name="connsiteX28" fmla="*/ 172428 w 792458"/>
                  <a:gd name="connsiteY28" fmla="*/ 330469 h 807306"/>
                  <a:gd name="connsiteX29" fmla="*/ 230994 w 792458"/>
                  <a:gd name="connsiteY29" fmla="*/ 304881 h 807306"/>
                  <a:gd name="connsiteX30" fmla="*/ 708875 w 792458"/>
                  <a:gd name="connsiteY30" fmla="*/ 177379 h 807306"/>
                  <a:gd name="connsiteX31" fmla="*/ 766930 w 792458"/>
                  <a:gd name="connsiteY31" fmla="*/ 200431 h 807306"/>
                  <a:gd name="connsiteX32" fmla="*/ 770402 w 792458"/>
                  <a:gd name="connsiteY32" fmla="*/ 317783 h 807306"/>
                  <a:gd name="connsiteX33" fmla="*/ 654076 w 792458"/>
                  <a:gd name="connsiteY33" fmla="*/ 321312 h 807306"/>
                  <a:gd name="connsiteX34" fmla="*/ 651472 w 792458"/>
                  <a:gd name="connsiteY34" fmla="*/ 203960 h 807306"/>
                  <a:gd name="connsiteX35" fmla="*/ 708875 w 792458"/>
                  <a:gd name="connsiteY35" fmla="*/ 177379 h 807306"/>
                  <a:gd name="connsiteX36" fmla="*/ 374597 w 792458"/>
                  <a:gd name="connsiteY36" fmla="*/ 157830 h 807306"/>
                  <a:gd name="connsiteX37" fmla="*/ 434376 w 792458"/>
                  <a:gd name="connsiteY37" fmla="*/ 180617 h 807306"/>
                  <a:gd name="connsiteX38" fmla="*/ 437023 w 792458"/>
                  <a:gd name="connsiteY38" fmla="*/ 296074 h 807306"/>
                  <a:gd name="connsiteX39" fmla="*/ 319671 w 792458"/>
                  <a:gd name="connsiteY39" fmla="*/ 299547 h 807306"/>
                  <a:gd name="connsiteX40" fmla="*/ 316142 w 792458"/>
                  <a:gd name="connsiteY40" fmla="*/ 183222 h 807306"/>
                  <a:gd name="connsiteX41" fmla="*/ 374597 w 792458"/>
                  <a:gd name="connsiteY41" fmla="*/ 157830 h 807306"/>
                  <a:gd name="connsiteX42" fmla="*/ 519397 w 792458"/>
                  <a:gd name="connsiteY42" fmla="*/ 28 h 807306"/>
                  <a:gd name="connsiteX43" fmla="*/ 577776 w 792458"/>
                  <a:gd name="connsiteY43" fmla="*/ 22859 h 807306"/>
                  <a:gd name="connsiteX44" fmla="*/ 581249 w 792458"/>
                  <a:gd name="connsiteY44" fmla="*/ 141093 h 807306"/>
                  <a:gd name="connsiteX45" fmla="*/ 464924 w 792458"/>
                  <a:gd name="connsiteY45" fmla="*/ 143740 h 807306"/>
                  <a:gd name="connsiteX46" fmla="*/ 462319 w 792458"/>
                  <a:gd name="connsiteY46" fmla="*/ 25506 h 807306"/>
                  <a:gd name="connsiteX47" fmla="*/ 519397 w 792458"/>
                  <a:gd name="connsiteY47" fmla="*/ 28 h 807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792458" h="807306">
                    <a:moveTo>
                      <a:pt x="270368" y="640393"/>
                    </a:moveTo>
                    <a:cubicBezTo>
                      <a:pt x="291765" y="639841"/>
                      <a:pt x="313383" y="647341"/>
                      <a:pt x="330147" y="662782"/>
                    </a:cubicBezTo>
                    <a:cubicBezTo>
                      <a:pt x="362794" y="694547"/>
                      <a:pt x="364559" y="747488"/>
                      <a:pt x="333676" y="781017"/>
                    </a:cubicBezTo>
                    <a:cubicBezTo>
                      <a:pt x="301912" y="814546"/>
                      <a:pt x="248971" y="816311"/>
                      <a:pt x="215442" y="784546"/>
                    </a:cubicBezTo>
                    <a:cubicBezTo>
                      <a:pt x="181913" y="751899"/>
                      <a:pt x="180148" y="699841"/>
                      <a:pt x="211913" y="666312"/>
                    </a:cubicBezTo>
                    <a:cubicBezTo>
                      <a:pt x="227795" y="649547"/>
                      <a:pt x="248971" y="640944"/>
                      <a:pt x="270368" y="640393"/>
                    </a:cubicBezTo>
                    <a:close/>
                    <a:moveTo>
                      <a:pt x="420589" y="485953"/>
                    </a:moveTo>
                    <a:cubicBezTo>
                      <a:pt x="441876" y="485519"/>
                      <a:pt x="463493" y="493115"/>
                      <a:pt x="480699" y="508741"/>
                    </a:cubicBezTo>
                    <a:cubicBezTo>
                      <a:pt x="513346" y="539993"/>
                      <a:pt x="515111" y="592079"/>
                      <a:pt x="483346" y="624199"/>
                    </a:cubicBezTo>
                    <a:cubicBezTo>
                      <a:pt x="451582" y="657187"/>
                      <a:pt x="398641" y="658055"/>
                      <a:pt x="365112" y="627671"/>
                    </a:cubicBezTo>
                    <a:cubicBezTo>
                      <a:pt x="331582" y="596419"/>
                      <a:pt x="330700" y="544333"/>
                      <a:pt x="362465" y="511345"/>
                    </a:cubicBezTo>
                    <a:cubicBezTo>
                      <a:pt x="378347" y="494851"/>
                      <a:pt x="399303" y="486387"/>
                      <a:pt x="420589" y="485953"/>
                    </a:cubicBezTo>
                    <a:close/>
                    <a:moveTo>
                      <a:pt x="81216" y="462791"/>
                    </a:moveTo>
                    <a:cubicBezTo>
                      <a:pt x="102613" y="462357"/>
                      <a:pt x="124231" y="469953"/>
                      <a:pt x="140995" y="485579"/>
                    </a:cubicBezTo>
                    <a:cubicBezTo>
                      <a:pt x="173642" y="515962"/>
                      <a:pt x="175407" y="568049"/>
                      <a:pt x="144524" y="601037"/>
                    </a:cubicBezTo>
                    <a:cubicBezTo>
                      <a:pt x="112760" y="634025"/>
                      <a:pt x="59819" y="634893"/>
                      <a:pt x="26290" y="603641"/>
                    </a:cubicBezTo>
                    <a:cubicBezTo>
                      <a:pt x="-7239" y="573257"/>
                      <a:pt x="-9004" y="521171"/>
                      <a:pt x="22761" y="488183"/>
                    </a:cubicBezTo>
                    <a:cubicBezTo>
                      <a:pt x="38643" y="471689"/>
                      <a:pt x="59819" y="463225"/>
                      <a:pt x="81216" y="462791"/>
                    </a:cubicBezTo>
                    <a:close/>
                    <a:moveTo>
                      <a:pt x="561425" y="335542"/>
                    </a:moveTo>
                    <a:cubicBezTo>
                      <a:pt x="582259" y="335101"/>
                      <a:pt x="603311" y="342822"/>
                      <a:pt x="619371" y="358704"/>
                    </a:cubicBezTo>
                    <a:cubicBezTo>
                      <a:pt x="653227" y="389586"/>
                      <a:pt x="654095" y="442527"/>
                      <a:pt x="622843" y="476938"/>
                    </a:cubicBezTo>
                    <a:cubicBezTo>
                      <a:pt x="591591" y="509585"/>
                      <a:pt x="539505" y="511350"/>
                      <a:pt x="507385" y="479585"/>
                    </a:cubicBezTo>
                    <a:cubicBezTo>
                      <a:pt x="474397" y="447821"/>
                      <a:pt x="473529" y="394880"/>
                      <a:pt x="504781" y="361351"/>
                    </a:cubicBezTo>
                    <a:cubicBezTo>
                      <a:pt x="519972" y="344586"/>
                      <a:pt x="540590" y="335983"/>
                      <a:pt x="561425" y="335542"/>
                    </a:cubicBezTo>
                    <a:close/>
                    <a:moveTo>
                      <a:pt x="230994" y="304881"/>
                    </a:moveTo>
                    <a:cubicBezTo>
                      <a:pt x="252502" y="304219"/>
                      <a:pt x="274340" y="311498"/>
                      <a:pt x="291545" y="326939"/>
                    </a:cubicBezTo>
                    <a:cubicBezTo>
                      <a:pt x="324192" y="358704"/>
                      <a:pt x="325957" y="411645"/>
                      <a:pt x="294192" y="445174"/>
                    </a:cubicBezTo>
                    <a:cubicBezTo>
                      <a:pt x="262428" y="478703"/>
                      <a:pt x="209487" y="480468"/>
                      <a:pt x="175958" y="448703"/>
                    </a:cubicBezTo>
                    <a:cubicBezTo>
                      <a:pt x="143311" y="416939"/>
                      <a:pt x="141546" y="363998"/>
                      <a:pt x="172428" y="330469"/>
                    </a:cubicBezTo>
                    <a:cubicBezTo>
                      <a:pt x="188311" y="314146"/>
                      <a:pt x="209487" y="305543"/>
                      <a:pt x="230994" y="304881"/>
                    </a:cubicBezTo>
                    <a:close/>
                    <a:moveTo>
                      <a:pt x="708875" y="177379"/>
                    </a:moveTo>
                    <a:cubicBezTo>
                      <a:pt x="729818" y="176828"/>
                      <a:pt x="750870" y="184549"/>
                      <a:pt x="766930" y="200431"/>
                    </a:cubicBezTo>
                    <a:cubicBezTo>
                      <a:pt x="799918" y="232195"/>
                      <a:pt x="800786" y="285136"/>
                      <a:pt x="770402" y="317783"/>
                    </a:cubicBezTo>
                    <a:cubicBezTo>
                      <a:pt x="739150" y="351312"/>
                      <a:pt x="687064" y="353077"/>
                      <a:pt x="654076" y="321312"/>
                    </a:cubicBezTo>
                    <a:cubicBezTo>
                      <a:pt x="621088" y="289548"/>
                      <a:pt x="620220" y="236607"/>
                      <a:pt x="651472" y="203960"/>
                    </a:cubicBezTo>
                    <a:cubicBezTo>
                      <a:pt x="667098" y="186754"/>
                      <a:pt x="687932" y="177931"/>
                      <a:pt x="708875" y="177379"/>
                    </a:cubicBezTo>
                    <a:close/>
                    <a:moveTo>
                      <a:pt x="374597" y="157830"/>
                    </a:moveTo>
                    <a:cubicBezTo>
                      <a:pt x="395994" y="157396"/>
                      <a:pt x="417611" y="164992"/>
                      <a:pt x="434376" y="180617"/>
                    </a:cubicBezTo>
                    <a:cubicBezTo>
                      <a:pt x="467905" y="211001"/>
                      <a:pt x="468788" y="263955"/>
                      <a:pt x="437023" y="296074"/>
                    </a:cubicBezTo>
                    <a:cubicBezTo>
                      <a:pt x="405259" y="329062"/>
                      <a:pt x="352318" y="329930"/>
                      <a:pt x="319671" y="299547"/>
                    </a:cubicBezTo>
                    <a:cubicBezTo>
                      <a:pt x="286142" y="268295"/>
                      <a:pt x="284377" y="216209"/>
                      <a:pt x="316142" y="183222"/>
                    </a:cubicBezTo>
                    <a:cubicBezTo>
                      <a:pt x="332024" y="166728"/>
                      <a:pt x="353200" y="158264"/>
                      <a:pt x="374597" y="157830"/>
                    </a:cubicBezTo>
                    <a:close/>
                    <a:moveTo>
                      <a:pt x="519397" y="28"/>
                    </a:moveTo>
                    <a:cubicBezTo>
                      <a:pt x="540448" y="-523"/>
                      <a:pt x="561716" y="6977"/>
                      <a:pt x="577776" y="22859"/>
                    </a:cubicBezTo>
                    <a:cubicBezTo>
                      <a:pt x="611632" y="53741"/>
                      <a:pt x="611632" y="106682"/>
                      <a:pt x="581249" y="141093"/>
                    </a:cubicBezTo>
                    <a:cubicBezTo>
                      <a:pt x="549997" y="173740"/>
                      <a:pt x="497911" y="175505"/>
                      <a:pt x="464924" y="143740"/>
                    </a:cubicBezTo>
                    <a:cubicBezTo>
                      <a:pt x="431936" y="111976"/>
                      <a:pt x="431068" y="59035"/>
                      <a:pt x="462319" y="25506"/>
                    </a:cubicBezTo>
                    <a:cubicBezTo>
                      <a:pt x="477511" y="9183"/>
                      <a:pt x="498346" y="580"/>
                      <a:pt x="519397" y="2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1" name="Freeform: Shape 45">
                <a:extLst>
                  <a:ext uri="{FF2B5EF4-FFF2-40B4-BE49-F238E27FC236}">
                    <a16:creationId xmlns:a16="http://schemas.microsoft.com/office/drawing/2014/main" id="{5C9FAB9A-B321-D2AE-02E2-53D0DD6F7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07293" y="8906842"/>
                <a:ext cx="792457" cy="807306"/>
              </a:xfrm>
              <a:custGeom>
                <a:avLst/>
                <a:gdLst>
                  <a:gd name="connsiteX0" fmla="*/ 271029 w 792457"/>
                  <a:gd name="connsiteY0" fmla="*/ 667856 h 807306"/>
                  <a:gd name="connsiteX1" fmla="*/ 231323 w 792457"/>
                  <a:gd name="connsiteY1" fmla="*/ 685723 h 807306"/>
                  <a:gd name="connsiteX2" fmla="*/ 233970 w 792457"/>
                  <a:gd name="connsiteY2" fmla="*/ 764252 h 807306"/>
                  <a:gd name="connsiteX3" fmla="*/ 313381 w 792457"/>
                  <a:gd name="connsiteY3" fmla="*/ 762487 h 807306"/>
                  <a:gd name="connsiteX4" fmla="*/ 310734 w 792457"/>
                  <a:gd name="connsiteY4" fmla="*/ 683076 h 807306"/>
                  <a:gd name="connsiteX5" fmla="*/ 271029 w 792457"/>
                  <a:gd name="connsiteY5" fmla="*/ 667856 h 807306"/>
                  <a:gd name="connsiteX6" fmla="*/ 270367 w 792457"/>
                  <a:gd name="connsiteY6" fmla="*/ 640393 h 807306"/>
                  <a:gd name="connsiteX7" fmla="*/ 330146 w 792457"/>
                  <a:gd name="connsiteY7" fmla="*/ 662782 h 807306"/>
                  <a:gd name="connsiteX8" fmla="*/ 333675 w 792457"/>
                  <a:gd name="connsiteY8" fmla="*/ 781017 h 807306"/>
                  <a:gd name="connsiteX9" fmla="*/ 215441 w 792457"/>
                  <a:gd name="connsiteY9" fmla="*/ 784546 h 807306"/>
                  <a:gd name="connsiteX10" fmla="*/ 211912 w 792457"/>
                  <a:gd name="connsiteY10" fmla="*/ 666312 h 807306"/>
                  <a:gd name="connsiteX11" fmla="*/ 270367 w 792457"/>
                  <a:gd name="connsiteY11" fmla="*/ 640393 h 807306"/>
                  <a:gd name="connsiteX12" fmla="*/ 421250 w 792457"/>
                  <a:gd name="connsiteY12" fmla="*/ 512756 h 807306"/>
                  <a:gd name="connsiteX13" fmla="*/ 381875 w 792457"/>
                  <a:gd name="connsiteY13" fmla="*/ 529575 h 807306"/>
                  <a:gd name="connsiteX14" fmla="*/ 384522 w 792457"/>
                  <a:gd name="connsiteY14" fmla="*/ 607705 h 807306"/>
                  <a:gd name="connsiteX15" fmla="*/ 463051 w 792457"/>
                  <a:gd name="connsiteY15" fmla="*/ 605969 h 807306"/>
                  <a:gd name="connsiteX16" fmla="*/ 461286 w 792457"/>
                  <a:gd name="connsiteY16" fmla="*/ 527839 h 807306"/>
                  <a:gd name="connsiteX17" fmla="*/ 421250 w 792457"/>
                  <a:gd name="connsiteY17" fmla="*/ 512756 h 807306"/>
                  <a:gd name="connsiteX18" fmla="*/ 81877 w 792457"/>
                  <a:gd name="connsiteY18" fmla="*/ 489594 h 807306"/>
                  <a:gd name="connsiteX19" fmla="*/ 42171 w 792457"/>
                  <a:gd name="connsiteY19" fmla="*/ 506413 h 807306"/>
                  <a:gd name="connsiteX20" fmla="*/ 44818 w 792457"/>
                  <a:gd name="connsiteY20" fmla="*/ 585411 h 807306"/>
                  <a:gd name="connsiteX21" fmla="*/ 124229 w 792457"/>
                  <a:gd name="connsiteY21" fmla="*/ 582807 h 807306"/>
                  <a:gd name="connsiteX22" fmla="*/ 121582 w 792457"/>
                  <a:gd name="connsiteY22" fmla="*/ 504677 h 807306"/>
                  <a:gd name="connsiteX23" fmla="*/ 81877 w 792457"/>
                  <a:gd name="connsiteY23" fmla="*/ 489594 h 807306"/>
                  <a:gd name="connsiteX24" fmla="*/ 420588 w 792457"/>
                  <a:gd name="connsiteY24" fmla="*/ 485953 h 807306"/>
                  <a:gd name="connsiteX25" fmla="*/ 480698 w 792457"/>
                  <a:gd name="connsiteY25" fmla="*/ 508741 h 807306"/>
                  <a:gd name="connsiteX26" fmla="*/ 483345 w 792457"/>
                  <a:gd name="connsiteY26" fmla="*/ 624199 h 807306"/>
                  <a:gd name="connsiteX27" fmla="*/ 365111 w 792457"/>
                  <a:gd name="connsiteY27" fmla="*/ 627671 h 807306"/>
                  <a:gd name="connsiteX28" fmla="*/ 362464 w 792457"/>
                  <a:gd name="connsiteY28" fmla="*/ 511345 h 807306"/>
                  <a:gd name="connsiteX29" fmla="*/ 420588 w 792457"/>
                  <a:gd name="connsiteY29" fmla="*/ 485953 h 807306"/>
                  <a:gd name="connsiteX30" fmla="*/ 81215 w 792457"/>
                  <a:gd name="connsiteY30" fmla="*/ 462791 h 807306"/>
                  <a:gd name="connsiteX31" fmla="*/ 140994 w 792457"/>
                  <a:gd name="connsiteY31" fmla="*/ 485579 h 807306"/>
                  <a:gd name="connsiteX32" fmla="*/ 144523 w 792457"/>
                  <a:gd name="connsiteY32" fmla="*/ 601037 h 807306"/>
                  <a:gd name="connsiteX33" fmla="*/ 26289 w 792457"/>
                  <a:gd name="connsiteY33" fmla="*/ 603641 h 807306"/>
                  <a:gd name="connsiteX34" fmla="*/ 22760 w 792457"/>
                  <a:gd name="connsiteY34" fmla="*/ 488183 h 807306"/>
                  <a:gd name="connsiteX35" fmla="*/ 81215 w 792457"/>
                  <a:gd name="connsiteY35" fmla="*/ 462791 h 807306"/>
                  <a:gd name="connsiteX36" fmla="*/ 562183 w 792457"/>
                  <a:gd name="connsiteY36" fmla="*/ 362895 h 807306"/>
                  <a:gd name="connsiteX37" fmla="*/ 523010 w 792457"/>
                  <a:gd name="connsiteY37" fmla="*/ 380762 h 807306"/>
                  <a:gd name="connsiteX38" fmla="*/ 525614 w 792457"/>
                  <a:gd name="connsiteY38" fmla="*/ 459291 h 807306"/>
                  <a:gd name="connsiteX39" fmla="*/ 603744 w 792457"/>
                  <a:gd name="connsiteY39" fmla="*/ 457526 h 807306"/>
                  <a:gd name="connsiteX40" fmla="*/ 602008 w 792457"/>
                  <a:gd name="connsiteY40" fmla="*/ 378115 h 807306"/>
                  <a:gd name="connsiteX41" fmla="*/ 562183 w 792457"/>
                  <a:gd name="connsiteY41" fmla="*/ 362895 h 807306"/>
                  <a:gd name="connsiteX42" fmla="*/ 561424 w 792457"/>
                  <a:gd name="connsiteY42" fmla="*/ 335542 h 807306"/>
                  <a:gd name="connsiteX43" fmla="*/ 619370 w 792457"/>
                  <a:gd name="connsiteY43" fmla="*/ 358704 h 807306"/>
                  <a:gd name="connsiteX44" fmla="*/ 622842 w 792457"/>
                  <a:gd name="connsiteY44" fmla="*/ 476938 h 807306"/>
                  <a:gd name="connsiteX45" fmla="*/ 507384 w 792457"/>
                  <a:gd name="connsiteY45" fmla="*/ 479585 h 807306"/>
                  <a:gd name="connsiteX46" fmla="*/ 504780 w 792457"/>
                  <a:gd name="connsiteY46" fmla="*/ 361351 h 807306"/>
                  <a:gd name="connsiteX47" fmla="*/ 561424 w 792457"/>
                  <a:gd name="connsiteY47" fmla="*/ 335542 h 807306"/>
                  <a:gd name="connsiteX48" fmla="*/ 232096 w 792457"/>
                  <a:gd name="connsiteY48" fmla="*/ 331902 h 807306"/>
                  <a:gd name="connsiteX49" fmla="*/ 192721 w 792457"/>
                  <a:gd name="connsiteY49" fmla="*/ 348998 h 807306"/>
                  <a:gd name="connsiteX50" fmla="*/ 195368 w 792457"/>
                  <a:gd name="connsiteY50" fmla="*/ 429291 h 807306"/>
                  <a:gd name="connsiteX51" fmla="*/ 274779 w 792457"/>
                  <a:gd name="connsiteY51" fmla="*/ 426644 h 807306"/>
                  <a:gd name="connsiteX52" fmla="*/ 272132 w 792457"/>
                  <a:gd name="connsiteY52" fmla="*/ 347233 h 807306"/>
                  <a:gd name="connsiteX53" fmla="*/ 232096 w 792457"/>
                  <a:gd name="connsiteY53" fmla="*/ 331902 h 807306"/>
                  <a:gd name="connsiteX54" fmla="*/ 230993 w 792457"/>
                  <a:gd name="connsiteY54" fmla="*/ 304881 h 807306"/>
                  <a:gd name="connsiteX55" fmla="*/ 291544 w 792457"/>
                  <a:gd name="connsiteY55" fmla="*/ 326939 h 807306"/>
                  <a:gd name="connsiteX56" fmla="*/ 294191 w 792457"/>
                  <a:gd name="connsiteY56" fmla="*/ 445174 h 807306"/>
                  <a:gd name="connsiteX57" fmla="*/ 175957 w 792457"/>
                  <a:gd name="connsiteY57" fmla="*/ 448703 h 807306"/>
                  <a:gd name="connsiteX58" fmla="*/ 172427 w 792457"/>
                  <a:gd name="connsiteY58" fmla="*/ 330469 h 807306"/>
                  <a:gd name="connsiteX59" fmla="*/ 230993 w 792457"/>
                  <a:gd name="connsiteY59" fmla="*/ 304881 h 807306"/>
                  <a:gd name="connsiteX60" fmla="*/ 709309 w 792457"/>
                  <a:gd name="connsiteY60" fmla="*/ 204622 h 807306"/>
                  <a:gd name="connsiteX61" fmla="*/ 670569 w 792457"/>
                  <a:gd name="connsiteY61" fmla="*/ 222489 h 807306"/>
                  <a:gd name="connsiteX62" fmla="*/ 672305 w 792457"/>
                  <a:gd name="connsiteY62" fmla="*/ 301018 h 807306"/>
                  <a:gd name="connsiteX63" fmla="*/ 751303 w 792457"/>
                  <a:gd name="connsiteY63" fmla="*/ 300136 h 807306"/>
                  <a:gd name="connsiteX64" fmla="*/ 748699 w 792457"/>
                  <a:gd name="connsiteY64" fmla="*/ 219842 h 807306"/>
                  <a:gd name="connsiteX65" fmla="*/ 709309 w 792457"/>
                  <a:gd name="connsiteY65" fmla="*/ 204622 h 807306"/>
                  <a:gd name="connsiteX66" fmla="*/ 375037 w 792457"/>
                  <a:gd name="connsiteY66" fmla="*/ 184632 h 807306"/>
                  <a:gd name="connsiteX67" fmla="*/ 335552 w 792457"/>
                  <a:gd name="connsiteY67" fmla="*/ 201452 h 807306"/>
                  <a:gd name="connsiteX68" fmla="*/ 338199 w 792457"/>
                  <a:gd name="connsiteY68" fmla="*/ 280448 h 807306"/>
                  <a:gd name="connsiteX69" fmla="*/ 416728 w 792457"/>
                  <a:gd name="connsiteY69" fmla="*/ 277844 h 807306"/>
                  <a:gd name="connsiteX70" fmla="*/ 415846 w 792457"/>
                  <a:gd name="connsiteY70" fmla="*/ 199716 h 807306"/>
                  <a:gd name="connsiteX71" fmla="*/ 375037 w 792457"/>
                  <a:gd name="connsiteY71" fmla="*/ 184632 h 807306"/>
                  <a:gd name="connsiteX72" fmla="*/ 708875 w 792457"/>
                  <a:gd name="connsiteY72" fmla="*/ 177379 h 807306"/>
                  <a:gd name="connsiteX73" fmla="*/ 766929 w 792457"/>
                  <a:gd name="connsiteY73" fmla="*/ 200431 h 807306"/>
                  <a:gd name="connsiteX74" fmla="*/ 770401 w 792457"/>
                  <a:gd name="connsiteY74" fmla="*/ 317783 h 807306"/>
                  <a:gd name="connsiteX75" fmla="*/ 654075 w 792457"/>
                  <a:gd name="connsiteY75" fmla="*/ 321312 h 807306"/>
                  <a:gd name="connsiteX76" fmla="*/ 651471 w 792457"/>
                  <a:gd name="connsiteY76" fmla="*/ 203960 h 807306"/>
                  <a:gd name="connsiteX77" fmla="*/ 708875 w 792457"/>
                  <a:gd name="connsiteY77" fmla="*/ 177379 h 807306"/>
                  <a:gd name="connsiteX78" fmla="*/ 374596 w 792457"/>
                  <a:gd name="connsiteY78" fmla="*/ 157830 h 807306"/>
                  <a:gd name="connsiteX79" fmla="*/ 434375 w 792457"/>
                  <a:gd name="connsiteY79" fmla="*/ 180617 h 807306"/>
                  <a:gd name="connsiteX80" fmla="*/ 437022 w 792457"/>
                  <a:gd name="connsiteY80" fmla="*/ 296074 h 807306"/>
                  <a:gd name="connsiteX81" fmla="*/ 319670 w 792457"/>
                  <a:gd name="connsiteY81" fmla="*/ 299547 h 807306"/>
                  <a:gd name="connsiteX82" fmla="*/ 316141 w 792457"/>
                  <a:gd name="connsiteY82" fmla="*/ 183222 h 807306"/>
                  <a:gd name="connsiteX83" fmla="*/ 374596 w 792457"/>
                  <a:gd name="connsiteY83" fmla="*/ 157830 h 807306"/>
                  <a:gd name="connsiteX84" fmla="*/ 520156 w 792457"/>
                  <a:gd name="connsiteY84" fmla="*/ 27050 h 807306"/>
                  <a:gd name="connsiteX85" fmla="*/ 481417 w 792457"/>
                  <a:gd name="connsiteY85" fmla="*/ 44035 h 807306"/>
                  <a:gd name="connsiteX86" fmla="*/ 483153 w 792457"/>
                  <a:gd name="connsiteY86" fmla="*/ 124328 h 807306"/>
                  <a:gd name="connsiteX87" fmla="*/ 561281 w 792457"/>
                  <a:gd name="connsiteY87" fmla="*/ 121681 h 807306"/>
                  <a:gd name="connsiteX88" fmla="*/ 559545 w 792457"/>
                  <a:gd name="connsiteY88" fmla="*/ 43153 h 807306"/>
                  <a:gd name="connsiteX89" fmla="*/ 520156 w 792457"/>
                  <a:gd name="connsiteY89" fmla="*/ 27050 h 807306"/>
                  <a:gd name="connsiteX90" fmla="*/ 519396 w 792457"/>
                  <a:gd name="connsiteY90" fmla="*/ 28 h 807306"/>
                  <a:gd name="connsiteX91" fmla="*/ 577775 w 792457"/>
                  <a:gd name="connsiteY91" fmla="*/ 22859 h 807306"/>
                  <a:gd name="connsiteX92" fmla="*/ 581248 w 792457"/>
                  <a:gd name="connsiteY92" fmla="*/ 141093 h 807306"/>
                  <a:gd name="connsiteX93" fmla="*/ 464923 w 792457"/>
                  <a:gd name="connsiteY93" fmla="*/ 143740 h 807306"/>
                  <a:gd name="connsiteX94" fmla="*/ 462318 w 792457"/>
                  <a:gd name="connsiteY94" fmla="*/ 25506 h 807306"/>
                  <a:gd name="connsiteX95" fmla="*/ 519396 w 792457"/>
                  <a:gd name="connsiteY95" fmla="*/ 28 h 807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792457" h="807306">
                    <a:moveTo>
                      <a:pt x="271029" y="667856"/>
                    </a:moveTo>
                    <a:cubicBezTo>
                      <a:pt x="256691" y="668297"/>
                      <a:pt x="242353" y="674252"/>
                      <a:pt x="231323" y="685723"/>
                    </a:cubicBezTo>
                    <a:cubicBezTo>
                      <a:pt x="210147" y="707782"/>
                      <a:pt x="211029" y="743076"/>
                      <a:pt x="233970" y="764252"/>
                    </a:cubicBezTo>
                    <a:cubicBezTo>
                      <a:pt x="256029" y="786311"/>
                      <a:pt x="291323" y="785428"/>
                      <a:pt x="313381" y="762487"/>
                    </a:cubicBezTo>
                    <a:cubicBezTo>
                      <a:pt x="334558" y="740429"/>
                      <a:pt x="333675" y="704253"/>
                      <a:pt x="310734" y="683076"/>
                    </a:cubicBezTo>
                    <a:cubicBezTo>
                      <a:pt x="299705" y="672488"/>
                      <a:pt x="285367" y="667414"/>
                      <a:pt x="271029" y="667856"/>
                    </a:cubicBezTo>
                    <a:close/>
                    <a:moveTo>
                      <a:pt x="270367" y="640393"/>
                    </a:moveTo>
                    <a:cubicBezTo>
                      <a:pt x="291764" y="639841"/>
                      <a:pt x="313382" y="647341"/>
                      <a:pt x="330146" y="662782"/>
                    </a:cubicBezTo>
                    <a:cubicBezTo>
                      <a:pt x="362793" y="694547"/>
                      <a:pt x="364558" y="747488"/>
                      <a:pt x="333675" y="781017"/>
                    </a:cubicBezTo>
                    <a:cubicBezTo>
                      <a:pt x="301911" y="814546"/>
                      <a:pt x="248970" y="816311"/>
                      <a:pt x="215441" y="784546"/>
                    </a:cubicBezTo>
                    <a:cubicBezTo>
                      <a:pt x="181912" y="751899"/>
                      <a:pt x="180147" y="699841"/>
                      <a:pt x="211912" y="666312"/>
                    </a:cubicBezTo>
                    <a:cubicBezTo>
                      <a:pt x="227794" y="649547"/>
                      <a:pt x="248970" y="640944"/>
                      <a:pt x="270367" y="640393"/>
                    </a:cubicBezTo>
                    <a:close/>
                    <a:moveTo>
                      <a:pt x="421250" y="512756"/>
                    </a:moveTo>
                    <a:cubicBezTo>
                      <a:pt x="406802" y="513081"/>
                      <a:pt x="392464" y="518724"/>
                      <a:pt x="381875" y="529575"/>
                    </a:cubicBezTo>
                    <a:cubicBezTo>
                      <a:pt x="360699" y="552146"/>
                      <a:pt x="361581" y="587738"/>
                      <a:pt x="384522" y="607705"/>
                    </a:cubicBezTo>
                    <a:cubicBezTo>
                      <a:pt x="406581" y="628539"/>
                      <a:pt x="441875" y="627671"/>
                      <a:pt x="463051" y="605969"/>
                    </a:cubicBezTo>
                    <a:cubicBezTo>
                      <a:pt x="485110" y="583398"/>
                      <a:pt x="484227" y="548674"/>
                      <a:pt x="461286" y="527839"/>
                    </a:cubicBezTo>
                    <a:cubicBezTo>
                      <a:pt x="450257" y="517422"/>
                      <a:pt x="435699" y="512430"/>
                      <a:pt x="421250" y="512756"/>
                    </a:cubicBezTo>
                    <a:close/>
                    <a:moveTo>
                      <a:pt x="81877" y="489594"/>
                    </a:moveTo>
                    <a:cubicBezTo>
                      <a:pt x="67539" y="489920"/>
                      <a:pt x="53201" y="495562"/>
                      <a:pt x="42171" y="506413"/>
                    </a:cubicBezTo>
                    <a:cubicBezTo>
                      <a:pt x="20995" y="528116"/>
                      <a:pt x="21877" y="563708"/>
                      <a:pt x="44818" y="585411"/>
                    </a:cubicBezTo>
                    <a:cubicBezTo>
                      <a:pt x="66877" y="605377"/>
                      <a:pt x="102171" y="604509"/>
                      <a:pt x="124229" y="582807"/>
                    </a:cubicBezTo>
                    <a:cubicBezTo>
                      <a:pt x="145406" y="561104"/>
                      <a:pt x="144523" y="525512"/>
                      <a:pt x="121582" y="504677"/>
                    </a:cubicBezTo>
                    <a:cubicBezTo>
                      <a:pt x="110553" y="494260"/>
                      <a:pt x="96215" y="489269"/>
                      <a:pt x="81877" y="489594"/>
                    </a:cubicBezTo>
                    <a:close/>
                    <a:moveTo>
                      <a:pt x="420588" y="485953"/>
                    </a:moveTo>
                    <a:cubicBezTo>
                      <a:pt x="441875" y="485519"/>
                      <a:pt x="463493" y="493115"/>
                      <a:pt x="480698" y="508741"/>
                    </a:cubicBezTo>
                    <a:cubicBezTo>
                      <a:pt x="513345" y="539993"/>
                      <a:pt x="515110" y="592079"/>
                      <a:pt x="483345" y="624199"/>
                    </a:cubicBezTo>
                    <a:cubicBezTo>
                      <a:pt x="451581" y="657187"/>
                      <a:pt x="398640" y="658055"/>
                      <a:pt x="365111" y="627671"/>
                    </a:cubicBezTo>
                    <a:cubicBezTo>
                      <a:pt x="331581" y="596419"/>
                      <a:pt x="330699" y="544333"/>
                      <a:pt x="362464" y="511345"/>
                    </a:cubicBezTo>
                    <a:cubicBezTo>
                      <a:pt x="378346" y="494851"/>
                      <a:pt x="399302" y="486387"/>
                      <a:pt x="420588" y="485953"/>
                    </a:cubicBezTo>
                    <a:close/>
                    <a:moveTo>
                      <a:pt x="81215" y="462791"/>
                    </a:moveTo>
                    <a:cubicBezTo>
                      <a:pt x="102612" y="462357"/>
                      <a:pt x="124230" y="469953"/>
                      <a:pt x="140994" y="485579"/>
                    </a:cubicBezTo>
                    <a:cubicBezTo>
                      <a:pt x="173641" y="515962"/>
                      <a:pt x="175406" y="568049"/>
                      <a:pt x="144523" y="601037"/>
                    </a:cubicBezTo>
                    <a:cubicBezTo>
                      <a:pt x="112759" y="634025"/>
                      <a:pt x="59818" y="634893"/>
                      <a:pt x="26289" y="603641"/>
                    </a:cubicBezTo>
                    <a:cubicBezTo>
                      <a:pt x="-7240" y="573257"/>
                      <a:pt x="-9005" y="521171"/>
                      <a:pt x="22760" y="488183"/>
                    </a:cubicBezTo>
                    <a:cubicBezTo>
                      <a:pt x="38642" y="471689"/>
                      <a:pt x="59818" y="463225"/>
                      <a:pt x="81215" y="462791"/>
                    </a:cubicBezTo>
                    <a:close/>
                    <a:moveTo>
                      <a:pt x="562183" y="362895"/>
                    </a:moveTo>
                    <a:cubicBezTo>
                      <a:pt x="547968" y="363336"/>
                      <a:pt x="533862" y="369291"/>
                      <a:pt x="523010" y="380762"/>
                    </a:cubicBezTo>
                    <a:cubicBezTo>
                      <a:pt x="502175" y="402821"/>
                      <a:pt x="503912" y="438115"/>
                      <a:pt x="525614" y="459291"/>
                    </a:cubicBezTo>
                    <a:cubicBezTo>
                      <a:pt x="547317" y="481350"/>
                      <a:pt x="582909" y="480467"/>
                      <a:pt x="603744" y="457526"/>
                    </a:cubicBezTo>
                    <a:cubicBezTo>
                      <a:pt x="624578" y="435468"/>
                      <a:pt x="623710" y="399292"/>
                      <a:pt x="602008" y="378115"/>
                    </a:cubicBezTo>
                    <a:cubicBezTo>
                      <a:pt x="590723" y="367527"/>
                      <a:pt x="576399" y="362453"/>
                      <a:pt x="562183" y="362895"/>
                    </a:cubicBezTo>
                    <a:close/>
                    <a:moveTo>
                      <a:pt x="561424" y="335542"/>
                    </a:moveTo>
                    <a:cubicBezTo>
                      <a:pt x="582258" y="335101"/>
                      <a:pt x="603310" y="342822"/>
                      <a:pt x="619370" y="358704"/>
                    </a:cubicBezTo>
                    <a:cubicBezTo>
                      <a:pt x="653226" y="389586"/>
                      <a:pt x="654094" y="442527"/>
                      <a:pt x="622842" y="476938"/>
                    </a:cubicBezTo>
                    <a:cubicBezTo>
                      <a:pt x="591590" y="509585"/>
                      <a:pt x="539504" y="511350"/>
                      <a:pt x="507384" y="479585"/>
                    </a:cubicBezTo>
                    <a:cubicBezTo>
                      <a:pt x="474396" y="447821"/>
                      <a:pt x="473528" y="394880"/>
                      <a:pt x="504780" y="361351"/>
                    </a:cubicBezTo>
                    <a:cubicBezTo>
                      <a:pt x="519972" y="344586"/>
                      <a:pt x="540589" y="335983"/>
                      <a:pt x="561424" y="335542"/>
                    </a:cubicBezTo>
                    <a:close/>
                    <a:moveTo>
                      <a:pt x="232096" y="331902"/>
                    </a:moveTo>
                    <a:cubicBezTo>
                      <a:pt x="217648" y="332233"/>
                      <a:pt x="203310" y="337968"/>
                      <a:pt x="192721" y="348998"/>
                    </a:cubicBezTo>
                    <a:cubicBezTo>
                      <a:pt x="171545" y="371939"/>
                      <a:pt x="172427" y="407233"/>
                      <a:pt x="195368" y="429291"/>
                    </a:cubicBezTo>
                    <a:cubicBezTo>
                      <a:pt x="217427" y="450468"/>
                      <a:pt x="252721" y="449585"/>
                      <a:pt x="274779" y="426644"/>
                    </a:cubicBezTo>
                    <a:cubicBezTo>
                      <a:pt x="295956" y="404586"/>
                      <a:pt x="295073" y="369292"/>
                      <a:pt x="272132" y="347233"/>
                    </a:cubicBezTo>
                    <a:cubicBezTo>
                      <a:pt x="261103" y="336645"/>
                      <a:pt x="246545" y="331571"/>
                      <a:pt x="232096" y="331902"/>
                    </a:cubicBezTo>
                    <a:close/>
                    <a:moveTo>
                      <a:pt x="230993" y="304881"/>
                    </a:moveTo>
                    <a:cubicBezTo>
                      <a:pt x="252501" y="304219"/>
                      <a:pt x="274339" y="311498"/>
                      <a:pt x="291544" y="326939"/>
                    </a:cubicBezTo>
                    <a:cubicBezTo>
                      <a:pt x="324191" y="358704"/>
                      <a:pt x="325956" y="411645"/>
                      <a:pt x="294191" y="445174"/>
                    </a:cubicBezTo>
                    <a:cubicBezTo>
                      <a:pt x="262427" y="478703"/>
                      <a:pt x="209486" y="480468"/>
                      <a:pt x="175957" y="448703"/>
                    </a:cubicBezTo>
                    <a:cubicBezTo>
                      <a:pt x="143310" y="416939"/>
                      <a:pt x="141545" y="363998"/>
                      <a:pt x="172427" y="330469"/>
                    </a:cubicBezTo>
                    <a:cubicBezTo>
                      <a:pt x="188310" y="314146"/>
                      <a:pt x="209486" y="305543"/>
                      <a:pt x="230993" y="304881"/>
                    </a:cubicBezTo>
                    <a:close/>
                    <a:moveTo>
                      <a:pt x="709309" y="204622"/>
                    </a:moveTo>
                    <a:cubicBezTo>
                      <a:pt x="695093" y="205063"/>
                      <a:pt x="680986" y="211018"/>
                      <a:pt x="670569" y="222489"/>
                    </a:cubicBezTo>
                    <a:cubicBezTo>
                      <a:pt x="649735" y="244548"/>
                      <a:pt x="650603" y="280724"/>
                      <a:pt x="672305" y="301018"/>
                    </a:cubicBezTo>
                    <a:cubicBezTo>
                      <a:pt x="694008" y="322194"/>
                      <a:pt x="730468" y="322194"/>
                      <a:pt x="751303" y="300136"/>
                    </a:cubicBezTo>
                    <a:cubicBezTo>
                      <a:pt x="771269" y="276312"/>
                      <a:pt x="770401" y="241019"/>
                      <a:pt x="748699" y="219842"/>
                    </a:cubicBezTo>
                    <a:cubicBezTo>
                      <a:pt x="737848" y="209254"/>
                      <a:pt x="723524" y="204180"/>
                      <a:pt x="709309" y="204622"/>
                    </a:cubicBezTo>
                    <a:close/>
                    <a:moveTo>
                      <a:pt x="375037" y="184632"/>
                    </a:moveTo>
                    <a:cubicBezTo>
                      <a:pt x="360699" y="184958"/>
                      <a:pt x="346582" y="190601"/>
                      <a:pt x="335552" y="201452"/>
                    </a:cubicBezTo>
                    <a:cubicBezTo>
                      <a:pt x="314376" y="223154"/>
                      <a:pt x="316141" y="258746"/>
                      <a:pt x="338199" y="280448"/>
                    </a:cubicBezTo>
                    <a:cubicBezTo>
                      <a:pt x="360258" y="300415"/>
                      <a:pt x="396434" y="299547"/>
                      <a:pt x="416728" y="277844"/>
                    </a:cubicBezTo>
                    <a:cubicBezTo>
                      <a:pt x="438787" y="256142"/>
                      <a:pt x="437904" y="220550"/>
                      <a:pt x="415846" y="199716"/>
                    </a:cubicBezTo>
                    <a:cubicBezTo>
                      <a:pt x="403934" y="189299"/>
                      <a:pt x="389375" y="184307"/>
                      <a:pt x="375037" y="184632"/>
                    </a:cubicBezTo>
                    <a:close/>
                    <a:moveTo>
                      <a:pt x="708875" y="177379"/>
                    </a:moveTo>
                    <a:cubicBezTo>
                      <a:pt x="729818" y="176828"/>
                      <a:pt x="750869" y="184549"/>
                      <a:pt x="766929" y="200431"/>
                    </a:cubicBezTo>
                    <a:cubicBezTo>
                      <a:pt x="799917" y="232195"/>
                      <a:pt x="800785" y="285136"/>
                      <a:pt x="770401" y="317783"/>
                    </a:cubicBezTo>
                    <a:cubicBezTo>
                      <a:pt x="739149" y="351312"/>
                      <a:pt x="687063" y="353077"/>
                      <a:pt x="654075" y="321312"/>
                    </a:cubicBezTo>
                    <a:cubicBezTo>
                      <a:pt x="621087" y="289548"/>
                      <a:pt x="620219" y="236607"/>
                      <a:pt x="651471" y="203960"/>
                    </a:cubicBezTo>
                    <a:cubicBezTo>
                      <a:pt x="667097" y="186754"/>
                      <a:pt x="687931" y="177931"/>
                      <a:pt x="708875" y="177379"/>
                    </a:cubicBezTo>
                    <a:close/>
                    <a:moveTo>
                      <a:pt x="374596" y="157830"/>
                    </a:moveTo>
                    <a:cubicBezTo>
                      <a:pt x="395993" y="157396"/>
                      <a:pt x="417611" y="164992"/>
                      <a:pt x="434375" y="180617"/>
                    </a:cubicBezTo>
                    <a:cubicBezTo>
                      <a:pt x="467904" y="211001"/>
                      <a:pt x="468787" y="263955"/>
                      <a:pt x="437022" y="296074"/>
                    </a:cubicBezTo>
                    <a:cubicBezTo>
                      <a:pt x="405258" y="329062"/>
                      <a:pt x="352317" y="329930"/>
                      <a:pt x="319670" y="299547"/>
                    </a:cubicBezTo>
                    <a:cubicBezTo>
                      <a:pt x="286141" y="268295"/>
                      <a:pt x="284376" y="216209"/>
                      <a:pt x="316141" y="183222"/>
                    </a:cubicBezTo>
                    <a:cubicBezTo>
                      <a:pt x="332023" y="166728"/>
                      <a:pt x="353199" y="158264"/>
                      <a:pt x="374596" y="157830"/>
                    </a:cubicBezTo>
                    <a:close/>
                    <a:moveTo>
                      <a:pt x="520156" y="27050"/>
                    </a:moveTo>
                    <a:cubicBezTo>
                      <a:pt x="505941" y="27270"/>
                      <a:pt x="491834" y="33006"/>
                      <a:pt x="481417" y="44035"/>
                    </a:cubicBezTo>
                    <a:cubicBezTo>
                      <a:pt x="460582" y="66976"/>
                      <a:pt x="461450" y="102270"/>
                      <a:pt x="483153" y="124328"/>
                    </a:cubicBezTo>
                    <a:cubicBezTo>
                      <a:pt x="504855" y="145505"/>
                      <a:pt x="541315" y="144622"/>
                      <a:pt x="561281" y="121681"/>
                    </a:cubicBezTo>
                    <a:cubicBezTo>
                      <a:pt x="582116" y="99623"/>
                      <a:pt x="581248" y="64329"/>
                      <a:pt x="559545" y="43153"/>
                    </a:cubicBezTo>
                    <a:cubicBezTo>
                      <a:pt x="548694" y="32124"/>
                      <a:pt x="534371" y="26829"/>
                      <a:pt x="520156" y="27050"/>
                    </a:cubicBezTo>
                    <a:close/>
                    <a:moveTo>
                      <a:pt x="519396" y="28"/>
                    </a:moveTo>
                    <a:cubicBezTo>
                      <a:pt x="540447" y="-523"/>
                      <a:pt x="561716" y="6977"/>
                      <a:pt x="577775" y="22859"/>
                    </a:cubicBezTo>
                    <a:cubicBezTo>
                      <a:pt x="611631" y="53741"/>
                      <a:pt x="611631" y="106682"/>
                      <a:pt x="581248" y="141093"/>
                    </a:cubicBezTo>
                    <a:cubicBezTo>
                      <a:pt x="549996" y="173740"/>
                      <a:pt x="497910" y="175505"/>
                      <a:pt x="464923" y="143740"/>
                    </a:cubicBezTo>
                    <a:cubicBezTo>
                      <a:pt x="431935" y="111976"/>
                      <a:pt x="431067" y="59035"/>
                      <a:pt x="462318" y="25506"/>
                    </a:cubicBezTo>
                    <a:cubicBezTo>
                      <a:pt x="477510" y="9183"/>
                      <a:pt x="498345" y="580"/>
                      <a:pt x="519396" y="28"/>
                    </a:cubicBezTo>
                    <a:close/>
                  </a:path>
                </a:pathLst>
              </a:custGeom>
              <a:solidFill>
                <a:schemeClr val="accent4">
                  <a:alpha val="50000"/>
                </a:scheme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2" name="Freeform 77">
                <a:extLst>
                  <a:ext uri="{FF2B5EF4-FFF2-40B4-BE49-F238E27FC236}">
                    <a16:creationId xmlns:a16="http://schemas.microsoft.com/office/drawing/2014/main" id="{9F131DEE-5AB6-7B20-2EF6-84616B98A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8431" y="9577345"/>
                <a:ext cx="548159" cy="548159"/>
              </a:xfrm>
              <a:custGeom>
                <a:avLst/>
                <a:gdLst>
                  <a:gd name="T0" fmla="*/ 519 w 628"/>
                  <a:gd name="T1" fmla="*/ 509 h 628"/>
                  <a:gd name="T2" fmla="*/ 519 w 628"/>
                  <a:gd name="T3" fmla="*/ 509 h 628"/>
                  <a:gd name="T4" fmla="*/ 118 w 628"/>
                  <a:gd name="T5" fmla="*/ 520 h 628"/>
                  <a:gd name="T6" fmla="*/ 118 w 628"/>
                  <a:gd name="T7" fmla="*/ 520 h 628"/>
                  <a:gd name="T8" fmla="*/ 108 w 628"/>
                  <a:gd name="T9" fmla="*/ 118 h 628"/>
                  <a:gd name="T10" fmla="*/ 108 w 628"/>
                  <a:gd name="T11" fmla="*/ 118 h 628"/>
                  <a:gd name="T12" fmla="*/ 509 w 628"/>
                  <a:gd name="T13" fmla="*/ 108 h 628"/>
                  <a:gd name="T14" fmla="*/ 509 w 628"/>
                  <a:gd name="T15" fmla="*/ 108 h 628"/>
                  <a:gd name="T16" fmla="*/ 519 w 628"/>
                  <a:gd name="T17" fmla="*/ 509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8" h="628">
                    <a:moveTo>
                      <a:pt x="519" y="509"/>
                    </a:moveTo>
                    <a:lnTo>
                      <a:pt x="519" y="509"/>
                    </a:lnTo>
                    <a:cubicBezTo>
                      <a:pt x="412" y="623"/>
                      <a:pt x="232" y="627"/>
                      <a:pt x="118" y="520"/>
                    </a:cubicBezTo>
                    <a:lnTo>
                      <a:pt x="118" y="520"/>
                    </a:lnTo>
                    <a:cubicBezTo>
                      <a:pt x="5" y="412"/>
                      <a:pt x="0" y="232"/>
                      <a:pt x="108" y="118"/>
                    </a:cubicBezTo>
                    <a:lnTo>
                      <a:pt x="108" y="118"/>
                    </a:lnTo>
                    <a:cubicBezTo>
                      <a:pt x="216" y="5"/>
                      <a:pt x="396" y="0"/>
                      <a:pt x="509" y="108"/>
                    </a:cubicBezTo>
                    <a:lnTo>
                      <a:pt x="509" y="108"/>
                    </a:lnTo>
                    <a:cubicBezTo>
                      <a:pt x="623" y="216"/>
                      <a:pt x="627" y="395"/>
                      <a:pt x="519" y="509"/>
                    </a:cubicBezTo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3" name="Freeform 78">
                <a:extLst>
                  <a:ext uri="{FF2B5EF4-FFF2-40B4-BE49-F238E27FC236}">
                    <a16:creationId xmlns:a16="http://schemas.microsoft.com/office/drawing/2014/main" id="{D97FAA11-0E61-A525-E357-06BC821AD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36701" y="9754918"/>
                <a:ext cx="216176" cy="216175"/>
              </a:xfrm>
              <a:custGeom>
                <a:avLst/>
                <a:gdLst>
                  <a:gd name="T0" fmla="*/ 224 w 248"/>
                  <a:gd name="T1" fmla="*/ 53 h 246"/>
                  <a:gd name="T2" fmla="*/ 221 w 248"/>
                  <a:gd name="T3" fmla="*/ 71 h 246"/>
                  <a:gd name="T4" fmla="*/ 218 w 248"/>
                  <a:gd name="T5" fmla="*/ 89 h 246"/>
                  <a:gd name="T6" fmla="*/ 218 w 248"/>
                  <a:gd name="T7" fmla="*/ 89 h 246"/>
                  <a:gd name="T8" fmla="*/ 218 w 248"/>
                  <a:gd name="T9" fmla="*/ 101 h 246"/>
                  <a:gd name="T10" fmla="*/ 218 w 248"/>
                  <a:gd name="T11" fmla="*/ 101 h 246"/>
                  <a:gd name="T12" fmla="*/ 222 w 248"/>
                  <a:gd name="T13" fmla="*/ 111 h 246"/>
                  <a:gd name="T14" fmla="*/ 231 w 248"/>
                  <a:gd name="T15" fmla="*/ 127 h 246"/>
                  <a:gd name="T16" fmla="*/ 241 w 248"/>
                  <a:gd name="T17" fmla="*/ 142 h 246"/>
                  <a:gd name="T18" fmla="*/ 241 w 248"/>
                  <a:gd name="T19" fmla="*/ 142 h 246"/>
                  <a:gd name="T20" fmla="*/ 243 w 248"/>
                  <a:gd name="T21" fmla="*/ 173 h 246"/>
                  <a:gd name="T22" fmla="*/ 243 w 248"/>
                  <a:gd name="T23" fmla="*/ 173 h 246"/>
                  <a:gd name="T24" fmla="*/ 218 w 248"/>
                  <a:gd name="T25" fmla="*/ 191 h 246"/>
                  <a:gd name="T26" fmla="*/ 201 w 248"/>
                  <a:gd name="T27" fmla="*/ 192 h 246"/>
                  <a:gd name="T28" fmla="*/ 183 w 248"/>
                  <a:gd name="T29" fmla="*/ 194 h 246"/>
                  <a:gd name="T30" fmla="*/ 183 w 248"/>
                  <a:gd name="T31" fmla="*/ 194 h 246"/>
                  <a:gd name="T32" fmla="*/ 171 w 248"/>
                  <a:gd name="T33" fmla="*/ 198 h 246"/>
                  <a:gd name="T34" fmla="*/ 171 w 248"/>
                  <a:gd name="T35" fmla="*/ 198 h 246"/>
                  <a:gd name="T36" fmla="*/ 163 w 248"/>
                  <a:gd name="T37" fmla="*/ 205 h 246"/>
                  <a:gd name="T38" fmla="*/ 150 w 248"/>
                  <a:gd name="T39" fmla="*/ 219 h 246"/>
                  <a:gd name="T40" fmla="*/ 139 w 248"/>
                  <a:gd name="T41" fmla="*/ 233 h 246"/>
                  <a:gd name="T42" fmla="*/ 139 w 248"/>
                  <a:gd name="T43" fmla="*/ 233 h 246"/>
                  <a:gd name="T44" fmla="*/ 111 w 248"/>
                  <a:gd name="T45" fmla="*/ 244 h 246"/>
                  <a:gd name="T46" fmla="*/ 111 w 248"/>
                  <a:gd name="T47" fmla="*/ 244 h 246"/>
                  <a:gd name="T48" fmla="*/ 87 w 248"/>
                  <a:gd name="T49" fmla="*/ 226 h 246"/>
                  <a:gd name="T50" fmla="*/ 79 w 248"/>
                  <a:gd name="T51" fmla="*/ 209 h 246"/>
                  <a:gd name="T52" fmla="*/ 72 w 248"/>
                  <a:gd name="T53" fmla="*/ 193 h 246"/>
                  <a:gd name="T54" fmla="*/ 72 w 248"/>
                  <a:gd name="T55" fmla="*/ 193 h 246"/>
                  <a:gd name="T56" fmla="*/ 65 w 248"/>
                  <a:gd name="T57" fmla="*/ 184 h 246"/>
                  <a:gd name="T58" fmla="*/ 65 w 248"/>
                  <a:gd name="T59" fmla="*/ 184 h 246"/>
                  <a:gd name="T60" fmla="*/ 55 w 248"/>
                  <a:gd name="T61" fmla="*/ 177 h 246"/>
                  <a:gd name="T62" fmla="*/ 38 w 248"/>
                  <a:gd name="T63" fmla="*/ 170 h 246"/>
                  <a:gd name="T64" fmla="*/ 21 w 248"/>
                  <a:gd name="T65" fmla="*/ 164 h 246"/>
                  <a:gd name="T66" fmla="*/ 21 w 248"/>
                  <a:gd name="T67" fmla="*/ 164 h 246"/>
                  <a:gd name="T68" fmla="*/ 2 w 248"/>
                  <a:gd name="T69" fmla="*/ 141 h 246"/>
                  <a:gd name="T70" fmla="*/ 2 w 248"/>
                  <a:gd name="T71" fmla="*/ 141 h 246"/>
                  <a:gd name="T72" fmla="*/ 11 w 248"/>
                  <a:gd name="T73" fmla="*/ 112 h 246"/>
                  <a:gd name="T74" fmla="*/ 25 w 248"/>
                  <a:gd name="T75" fmla="*/ 100 h 246"/>
                  <a:gd name="T76" fmla="*/ 38 w 248"/>
                  <a:gd name="T77" fmla="*/ 87 h 246"/>
                  <a:gd name="T78" fmla="*/ 38 w 248"/>
                  <a:gd name="T79" fmla="*/ 87 h 246"/>
                  <a:gd name="T80" fmla="*/ 45 w 248"/>
                  <a:gd name="T81" fmla="*/ 78 h 246"/>
                  <a:gd name="T82" fmla="*/ 45 w 248"/>
                  <a:gd name="T83" fmla="*/ 78 h 246"/>
                  <a:gd name="T84" fmla="*/ 49 w 248"/>
                  <a:gd name="T85" fmla="*/ 66 h 246"/>
                  <a:gd name="T86" fmla="*/ 50 w 248"/>
                  <a:gd name="T87" fmla="*/ 49 h 246"/>
                  <a:gd name="T88" fmla="*/ 51 w 248"/>
                  <a:gd name="T89" fmla="*/ 30 h 246"/>
                  <a:gd name="T90" fmla="*/ 51 w 248"/>
                  <a:gd name="T91" fmla="*/ 30 h 246"/>
                  <a:gd name="T92" fmla="*/ 66 w 248"/>
                  <a:gd name="T93" fmla="*/ 5 h 246"/>
                  <a:gd name="T94" fmla="*/ 66 w 248"/>
                  <a:gd name="T95" fmla="*/ 5 h 246"/>
                  <a:gd name="T96" fmla="*/ 97 w 248"/>
                  <a:gd name="T97" fmla="*/ 5 h 246"/>
                  <a:gd name="T98" fmla="*/ 112 w 248"/>
                  <a:gd name="T99" fmla="*/ 14 h 246"/>
                  <a:gd name="T100" fmla="*/ 129 w 248"/>
                  <a:gd name="T101" fmla="*/ 23 h 246"/>
                  <a:gd name="T102" fmla="*/ 129 w 248"/>
                  <a:gd name="T103" fmla="*/ 23 h 246"/>
                  <a:gd name="T104" fmla="*/ 140 w 248"/>
                  <a:gd name="T105" fmla="*/ 27 h 246"/>
                  <a:gd name="T106" fmla="*/ 140 w 248"/>
                  <a:gd name="T107" fmla="*/ 27 h 246"/>
                  <a:gd name="T108" fmla="*/ 151 w 248"/>
                  <a:gd name="T109" fmla="*/ 26 h 246"/>
                  <a:gd name="T110" fmla="*/ 169 w 248"/>
                  <a:gd name="T111" fmla="*/ 22 h 246"/>
                  <a:gd name="T112" fmla="*/ 187 w 248"/>
                  <a:gd name="T113" fmla="*/ 17 h 246"/>
                  <a:gd name="T114" fmla="*/ 187 w 248"/>
                  <a:gd name="T115" fmla="*/ 17 h 246"/>
                  <a:gd name="T116" fmla="*/ 216 w 248"/>
                  <a:gd name="T117" fmla="*/ 25 h 246"/>
                  <a:gd name="T118" fmla="*/ 216 w 248"/>
                  <a:gd name="T119" fmla="*/ 25 h 246"/>
                  <a:gd name="T120" fmla="*/ 224 w 248"/>
                  <a:gd name="T121" fmla="*/ 53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48" h="246">
                    <a:moveTo>
                      <a:pt x="224" y="53"/>
                    </a:moveTo>
                    <a:lnTo>
                      <a:pt x="221" y="71"/>
                    </a:lnTo>
                    <a:lnTo>
                      <a:pt x="218" y="89"/>
                    </a:lnTo>
                    <a:lnTo>
                      <a:pt x="218" y="89"/>
                    </a:lnTo>
                    <a:cubicBezTo>
                      <a:pt x="217" y="93"/>
                      <a:pt x="217" y="96"/>
                      <a:pt x="218" y="101"/>
                    </a:cubicBezTo>
                    <a:lnTo>
                      <a:pt x="218" y="101"/>
                    </a:lnTo>
                    <a:cubicBezTo>
                      <a:pt x="218" y="104"/>
                      <a:pt x="220" y="108"/>
                      <a:pt x="222" y="111"/>
                    </a:cubicBezTo>
                    <a:lnTo>
                      <a:pt x="231" y="127"/>
                    </a:lnTo>
                    <a:lnTo>
                      <a:pt x="241" y="142"/>
                    </a:lnTo>
                    <a:lnTo>
                      <a:pt x="241" y="142"/>
                    </a:lnTo>
                    <a:cubicBezTo>
                      <a:pt x="247" y="153"/>
                      <a:pt x="247" y="163"/>
                      <a:pt x="243" y="173"/>
                    </a:cubicBezTo>
                    <a:lnTo>
                      <a:pt x="243" y="173"/>
                    </a:lnTo>
                    <a:cubicBezTo>
                      <a:pt x="238" y="182"/>
                      <a:pt x="230" y="189"/>
                      <a:pt x="218" y="191"/>
                    </a:cubicBezTo>
                    <a:lnTo>
                      <a:pt x="201" y="192"/>
                    </a:lnTo>
                    <a:lnTo>
                      <a:pt x="183" y="194"/>
                    </a:lnTo>
                    <a:lnTo>
                      <a:pt x="183" y="194"/>
                    </a:lnTo>
                    <a:cubicBezTo>
                      <a:pt x="179" y="195"/>
                      <a:pt x="175" y="195"/>
                      <a:pt x="171" y="198"/>
                    </a:cubicBezTo>
                    <a:lnTo>
                      <a:pt x="171" y="198"/>
                    </a:lnTo>
                    <a:cubicBezTo>
                      <a:pt x="168" y="199"/>
                      <a:pt x="165" y="202"/>
                      <a:pt x="163" y="205"/>
                    </a:cubicBezTo>
                    <a:lnTo>
                      <a:pt x="150" y="219"/>
                    </a:lnTo>
                    <a:lnTo>
                      <a:pt x="139" y="233"/>
                    </a:lnTo>
                    <a:lnTo>
                      <a:pt x="139" y="233"/>
                    </a:lnTo>
                    <a:cubicBezTo>
                      <a:pt x="132" y="242"/>
                      <a:pt x="121" y="245"/>
                      <a:pt x="111" y="244"/>
                    </a:cubicBezTo>
                    <a:lnTo>
                      <a:pt x="111" y="244"/>
                    </a:lnTo>
                    <a:cubicBezTo>
                      <a:pt x="101" y="243"/>
                      <a:pt x="91" y="237"/>
                      <a:pt x="87" y="226"/>
                    </a:cubicBezTo>
                    <a:lnTo>
                      <a:pt x="79" y="209"/>
                    </a:lnTo>
                    <a:lnTo>
                      <a:pt x="72" y="193"/>
                    </a:lnTo>
                    <a:lnTo>
                      <a:pt x="72" y="193"/>
                    </a:lnTo>
                    <a:cubicBezTo>
                      <a:pt x="70" y="190"/>
                      <a:pt x="68" y="186"/>
                      <a:pt x="65" y="184"/>
                    </a:cubicBezTo>
                    <a:lnTo>
                      <a:pt x="65" y="184"/>
                    </a:lnTo>
                    <a:cubicBezTo>
                      <a:pt x="62" y="181"/>
                      <a:pt x="58" y="178"/>
                      <a:pt x="55" y="177"/>
                    </a:cubicBezTo>
                    <a:lnTo>
                      <a:pt x="38" y="170"/>
                    </a:lnTo>
                    <a:lnTo>
                      <a:pt x="21" y="164"/>
                    </a:lnTo>
                    <a:lnTo>
                      <a:pt x="21" y="164"/>
                    </a:lnTo>
                    <a:cubicBezTo>
                      <a:pt x="10" y="160"/>
                      <a:pt x="3" y="151"/>
                      <a:pt x="2" y="141"/>
                    </a:cubicBezTo>
                    <a:lnTo>
                      <a:pt x="2" y="141"/>
                    </a:lnTo>
                    <a:cubicBezTo>
                      <a:pt x="0" y="131"/>
                      <a:pt x="2" y="120"/>
                      <a:pt x="11" y="112"/>
                    </a:cubicBezTo>
                    <a:lnTo>
                      <a:pt x="25" y="100"/>
                    </a:lnTo>
                    <a:lnTo>
                      <a:pt x="38" y="87"/>
                    </a:lnTo>
                    <a:lnTo>
                      <a:pt x="38" y="87"/>
                    </a:lnTo>
                    <a:cubicBezTo>
                      <a:pt x="42" y="84"/>
                      <a:pt x="44" y="82"/>
                      <a:pt x="45" y="78"/>
                    </a:cubicBezTo>
                    <a:lnTo>
                      <a:pt x="45" y="78"/>
                    </a:lnTo>
                    <a:cubicBezTo>
                      <a:pt x="47" y="74"/>
                      <a:pt x="48" y="70"/>
                      <a:pt x="49" y="66"/>
                    </a:cubicBezTo>
                    <a:lnTo>
                      <a:pt x="50" y="49"/>
                    </a:lnTo>
                    <a:lnTo>
                      <a:pt x="51" y="30"/>
                    </a:lnTo>
                    <a:lnTo>
                      <a:pt x="51" y="30"/>
                    </a:lnTo>
                    <a:cubicBezTo>
                      <a:pt x="51" y="19"/>
                      <a:pt x="58" y="10"/>
                      <a:pt x="66" y="5"/>
                    </a:cubicBezTo>
                    <a:lnTo>
                      <a:pt x="66" y="5"/>
                    </a:lnTo>
                    <a:cubicBezTo>
                      <a:pt x="75" y="1"/>
                      <a:pt x="86" y="0"/>
                      <a:pt x="97" y="5"/>
                    </a:cubicBezTo>
                    <a:lnTo>
                      <a:pt x="112" y="14"/>
                    </a:lnTo>
                    <a:lnTo>
                      <a:pt x="129" y="23"/>
                    </a:lnTo>
                    <a:lnTo>
                      <a:pt x="129" y="23"/>
                    </a:lnTo>
                    <a:cubicBezTo>
                      <a:pt x="132" y="25"/>
                      <a:pt x="136" y="26"/>
                      <a:pt x="140" y="27"/>
                    </a:cubicBezTo>
                    <a:lnTo>
                      <a:pt x="140" y="27"/>
                    </a:lnTo>
                    <a:cubicBezTo>
                      <a:pt x="143" y="27"/>
                      <a:pt x="148" y="27"/>
                      <a:pt x="151" y="26"/>
                    </a:cubicBezTo>
                    <a:lnTo>
                      <a:pt x="169" y="22"/>
                    </a:lnTo>
                    <a:lnTo>
                      <a:pt x="187" y="17"/>
                    </a:lnTo>
                    <a:lnTo>
                      <a:pt x="187" y="17"/>
                    </a:lnTo>
                    <a:cubicBezTo>
                      <a:pt x="197" y="15"/>
                      <a:pt x="208" y="18"/>
                      <a:pt x="216" y="25"/>
                    </a:cubicBezTo>
                    <a:lnTo>
                      <a:pt x="216" y="25"/>
                    </a:lnTo>
                    <a:cubicBezTo>
                      <a:pt x="223" y="32"/>
                      <a:pt x="227" y="42"/>
                      <a:pt x="224" y="5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4" name="Freeform 79">
                <a:extLst>
                  <a:ext uri="{FF2B5EF4-FFF2-40B4-BE49-F238E27FC236}">
                    <a16:creationId xmlns:a16="http://schemas.microsoft.com/office/drawing/2014/main" id="{6F2E5C8E-04AF-16CC-35E7-4576C8869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5122" y="9747198"/>
                <a:ext cx="239337" cy="235478"/>
              </a:xfrm>
              <a:custGeom>
                <a:avLst/>
                <a:gdLst>
                  <a:gd name="T0" fmla="*/ 220 w 272"/>
                  <a:gd name="T1" fmla="*/ 45 h 271"/>
                  <a:gd name="T2" fmla="*/ 166 w 272"/>
                  <a:gd name="T3" fmla="*/ 49 h 271"/>
                  <a:gd name="T4" fmla="*/ 151 w 272"/>
                  <a:gd name="T5" fmla="*/ 50 h 271"/>
                  <a:gd name="T6" fmla="*/ 136 w 272"/>
                  <a:gd name="T7" fmla="*/ 45 h 271"/>
                  <a:gd name="T8" fmla="*/ 102 w 272"/>
                  <a:gd name="T9" fmla="*/ 27 h 271"/>
                  <a:gd name="T10" fmla="*/ 84 w 272"/>
                  <a:gd name="T11" fmla="*/ 27 h 271"/>
                  <a:gd name="T12" fmla="*/ 72 w 272"/>
                  <a:gd name="T13" fmla="*/ 79 h 271"/>
                  <a:gd name="T14" fmla="*/ 68 w 272"/>
                  <a:gd name="T15" fmla="*/ 94 h 271"/>
                  <a:gd name="T16" fmla="*/ 58 w 272"/>
                  <a:gd name="T17" fmla="*/ 108 h 271"/>
                  <a:gd name="T18" fmla="*/ 31 w 272"/>
                  <a:gd name="T19" fmla="*/ 133 h 271"/>
                  <a:gd name="T20" fmla="*/ 25 w 272"/>
                  <a:gd name="T21" fmla="*/ 151 h 271"/>
                  <a:gd name="T22" fmla="*/ 71 w 272"/>
                  <a:gd name="T23" fmla="*/ 178 h 271"/>
                  <a:gd name="T24" fmla="*/ 95 w 272"/>
                  <a:gd name="T25" fmla="*/ 201 h 271"/>
                  <a:gd name="T26" fmla="*/ 109 w 272"/>
                  <a:gd name="T27" fmla="*/ 234 h 271"/>
                  <a:gd name="T28" fmla="*/ 124 w 272"/>
                  <a:gd name="T29" fmla="*/ 245 h 271"/>
                  <a:gd name="T30" fmla="*/ 165 w 272"/>
                  <a:gd name="T31" fmla="*/ 210 h 271"/>
                  <a:gd name="T32" fmla="*/ 178 w 272"/>
                  <a:gd name="T33" fmla="*/ 199 h 271"/>
                  <a:gd name="T34" fmla="*/ 194 w 272"/>
                  <a:gd name="T35" fmla="*/ 195 h 271"/>
                  <a:gd name="T36" fmla="*/ 230 w 272"/>
                  <a:gd name="T37" fmla="*/ 190 h 271"/>
                  <a:gd name="T38" fmla="*/ 244 w 272"/>
                  <a:gd name="T39" fmla="*/ 180 h 271"/>
                  <a:gd name="T40" fmla="*/ 224 w 272"/>
                  <a:gd name="T41" fmla="*/ 129 h 271"/>
                  <a:gd name="T42" fmla="*/ 218 w 272"/>
                  <a:gd name="T43" fmla="*/ 115 h 271"/>
                  <a:gd name="T44" fmla="*/ 218 w 272"/>
                  <a:gd name="T45" fmla="*/ 99 h 271"/>
                  <a:gd name="T46" fmla="*/ 225 w 272"/>
                  <a:gd name="T47" fmla="*/ 63 h 271"/>
                  <a:gd name="T48" fmla="*/ 14 w 272"/>
                  <a:gd name="T49" fmla="*/ 178 h 271"/>
                  <a:gd name="T50" fmla="*/ 3 w 272"/>
                  <a:gd name="T51" fmla="*/ 155 h 271"/>
                  <a:gd name="T52" fmla="*/ 15 w 272"/>
                  <a:gd name="T53" fmla="*/ 116 h 271"/>
                  <a:gd name="T54" fmla="*/ 42 w 272"/>
                  <a:gd name="T55" fmla="*/ 91 h 271"/>
                  <a:gd name="T56" fmla="*/ 47 w 272"/>
                  <a:gd name="T57" fmla="*/ 85 h 271"/>
                  <a:gd name="T58" fmla="*/ 51 w 272"/>
                  <a:gd name="T59" fmla="*/ 42 h 271"/>
                  <a:gd name="T60" fmla="*/ 73 w 272"/>
                  <a:gd name="T61" fmla="*/ 8 h 271"/>
                  <a:gd name="T62" fmla="*/ 114 w 272"/>
                  <a:gd name="T63" fmla="*/ 7 h 271"/>
                  <a:gd name="T64" fmla="*/ 147 w 272"/>
                  <a:gd name="T65" fmla="*/ 25 h 271"/>
                  <a:gd name="T66" fmla="*/ 153 w 272"/>
                  <a:gd name="T67" fmla="*/ 27 h 271"/>
                  <a:gd name="T68" fmla="*/ 196 w 272"/>
                  <a:gd name="T69" fmla="*/ 18 h 271"/>
                  <a:gd name="T70" fmla="*/ 236 w 272"/>
                  <a:gd name="T71" fmla="*/ 28 h 271"/>
                  <a:gd name="T72" fmla="*/ 248 w 272"/>
                  <a:gd name="T73" fmla="*/ 68 h 271"/>
                  <a:gd name="T74" fmla="*/ 241 w 272"/>
                  <a:gd name="T75" fmla="*/ 103 h 271"/>
                  <a:gd name="T76" fmla="*/ 241 w 272"/>
                  <a:gd name="T77" fmla="*/ 110 h 271"/>
                  <a:gd name="T78" fmla="*/ 264 w 272"/>
                  <a:gd name="T79" fmla="*/ 149 h 271"/>
                  <a:gd name="T80" fmla="*/ 265 w 272"/>
                  <a:gd name="T81" fmla="*/ 190 h 271"/>
                  <a:gd name="T82" fmla="*/ 231 w 272"/>
                  <a:gd name="T83" fmla="*/ 214 h 271"/>
                  <a:gd name="T84" fmla="*/ 197 w 272"/>
                  <a:gd name="T85" fmla="*/ 217 h 271"/>
                  <a:gd name="T86" fmla="*/ 189 w 272"/>
                  <a:gd name="T87" fmla="*/ 220 h 271"/>
                  <a:gd name="T88" fmla="*/ 160 w 272"/>
                  <a:gd name="T89" fmla="*/ 253 h 271"/>
                  <a:gd name="T90" fmla="*/ 121 w 272"/>
                  <a:gd name="T91" fmla="*/ 268 h 271"/>
                  <a:gd name="T92" fmla="*/ 88 w 272"/>
                  <a:gd name="T93" fmla="*/ 243 h 271"/>
                  <a:gd name="T94" fmla="*/ 74 w 272"/>
                  <a:gd name="T95" fmla="*/ 210 h 271"/>
                  <a:gd name="T96" fmla="*/ 29 w 272"/>
                  <a:gd name="T97" fmla="*/ 187 h 271"/>
                  <a:gd name="T98" fmla="*/ 14 w 272"/>
                  <a:gd name="T99" fmla="*/ 178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72" h="271">
                    <a:moveTo>
                      <a:pt x="220" y="45"/>
                    </a:moveTo>
                    <a:lnTo>
                      <a:pt x="220" y="45"/>
                    </a:lnTo>
                    <a:cubicBezTo>
                      <a:pt x="215" y="41"/>
                      <a:pt x="208" y="39"/>
                      <a:pt x="202" y="41"/>
                    </a:cubicBezTo>
                    <a:lnTo>
                      <a:pt x="166" y="49"/>
                    </a:lnTo>
                    <a:lnTo>
                      <a:pt x="166" y="49"/>
                    </a:lnTo>
                    <a:cubicBezTo>
                      <a:pt x="161" y="50"/>
                      <a:pt x="155" y="51"/>
                      <a:pt x="151" y="50"/>
                    </a:cubicBezTo>
                    <a:lnTo>
                      <a:pt x="151" y="50"/>
                    </a:lnTo>
                    <a:cubicBezTo>
                      <a:pt x="145" y="49"/>
                      <a:pt x="140" y="48"/>
                      <a:pt x="136" y="45"/>
                    </a:cubicBezTo>
                    <a:lnTo>
                      <a:pt x="102" y="27"/>
                    </a:lnTo>
                    <a:lnTo>
                      <a:pt x="102" y="27"/>
                    </a:lnTo>
                    <a:cubicBezTo>
                      <a:pt x="96" y="24"/>
                      <a:pt x="89" y="24"/>
                      <a:pt x="84" y="27"/>
                    </a:cubicBezTo>
                    <a:lnTo>
                      <a:pt x="84" y="27"/>
                    </a:lnTo>
                    <a:cubicBezTo>
                      <a:pt x="78" y="31"/>
                      <a:pt x="74" y="36"/>
                      <a:pt x="74" y="43"/>
                    </a:cubicBezTo>
                    <a:lnTo>
                      <a:pt x="72" y="79"/>
                    </a:lnTo>
                    <a:lnTo>
                      <a:pt x="72" y="79"/>
                    </a:lnTo>
                    <a:cubicBezTo>
                      <a:pt x="71" y="84"/>
                      <a:pt x="70" y="89"/>
                      <a:pt x="68" y="94"/>
                    </a:cubicBezTo>
                    <a:lnTo>
                      <a:pt x="68" y="94"/>
                    </a:lnTo>
                    <a:cubicBezTo>
                      <a:pt x="65" y="100"/>
                      <a:pt x="63" y="104"/>
                      <a:pt x="58" y="108"/>
                    </a:cubicBezTo>
                    <a:lnTo>
                      <a:pt x="31" y="133"/>
                    </a:lnTo>
                    <a:lnTo>
                      <a:pt x="31" y="133"/>
                    </a:lnTo>
                    <a:cubicBezTo>
                      <a:pt x="26" y="137"/>
                      <a:pt x="24" y="144"/>
                      <a:pt x="25" y="151"/>
                    </a:cubicBezTo>
                    <a:lnTo>
                      <a:pt x="25" y="151"/>
                    </a:lnTo>
                    <a:cubicBezTo>
                      <a:pt x="27" y="157"/>
                      <a:pt x="31" y="163"/>
                      <a:pt x="37" y="165"/>
                    </a:cubicBezTo>
                    <a:lnTo>
                      <a:pt x="71" y="178"/>
                    </a:lnTo>
                    <a:lnTo>
                      <a:pt x="71" y="178"/>
                    </a:lnTo>
                    <a:cubicBezTo>
                      <a:pt x="81" y="182"/>
                      <a:pt x="89" y="190"/>
                      <a:pt x="95" y="201"/>
                    </a:cubicBezTo>
                    <a:lnTo>
                      <a:pt x="109" y="234"/>
                    </a:lnTo>
                    <a:lnTo>
                      <a:pt x="109" y="234"/>
                    </a:lnTo>
                    <a:cubicBezTo>
                      <a:pt x="112" y="240"/>
                      <a:pt x="117" y="244"/>
                      <a:pt x="124" y="245"/>
                    </a:cubicBezTo>
                    <a:lnTo>
                      <a:pt x="124" y="245"/>
                    </a:lnTo>
                    <a:cubicBezTo>
                      <a:pt x="131" y="246"/>
                      <a:pt x="137" y="243"/>
                      <a:pt x="142" y="238"/>
                    </a:cubicBezTo>
                    <a:lnTo>
                      <a:pt x="165" y="210"/>
                    </a:lnTo>
                    <a:lnTo>
                      <a:pt x="165" y="210"/>
                    </a:lnTo>
                    <a:cubicBezTo>
                      <a:pt x="169" y="205"/>
                      <a:pt x="173" y="202"/>
                      <a:pt x="178" y="199"/>
                    </a:cubicBezTo>
                    <a:lnTo>
                      <a:pt x="178" y="199"/>
                    </a:lnTo>
                    <a:cubicBezTo>
                      <a:pt x="183" y="196"/>
                      <a:pt x="188" y="196"/>
                      <a:pt x="194" y="195"/>
                    </a:cubicBezTo>
                    <a:lnTo>
                      <a:pt x="230" y="190"/>
                    </a:lnTo>
                    <a:lnTo>
                      <a:pt x="230" y="190"/>
                    </a:lnTo>
                    <a:cubicBezTo>
                      <a:pt x="236" y="189"/>
                      <a:pt x="242" y="186"/>
                      <a:pt x="244" y="180"/>
                    </a:cubicBezTo>
                    <a:lnTo>
                      <a:pt x="244" y="180"/>
                    </a:lnTo>
                    <a:cubicBezTo>
                      <a:pt x="248" y="174"/>
                      <a:pt x="247" y="167"/>
                      <a:pt x="243" y="161"/>
                    </a:cubicBezTo>
                    <a:lnTo>
                      <a:pt x="224" y="129"/>
                    </a:lnTo>
                    <a:lnTo>
                      <a:pt x="224" y="129"/>
                    </a:lnTo>
                    <a:cubicBezTo>
                      <a:pt x="221" y="125"/>
                      <a:pt x="219" y="120"/>
                      <a:pt x="218" y="115"/>
                    </a:cubicBezTo>
                    <a:lnTo>
                      <a:pt x="218" y="115"/>
                    </a:lnTo>
                    <a:cubicBezTo>
                      <a:pt x="217" y="109"/>
                      <a:pt x="217" y="104"/>
                      <a:pt x="218" y="99"/>
                    </a:cubicBezTo>
                    <a:lnTo>
                      <a:pt x="225" y="63"/>
                    </a:lnTo>
                    <a:lnTo>
                      <a:pt x="225" y="63"/>
                    </a:lnTo>
                    <a:cubicBezTo>
                      <a:pt x="227" y="56"/>
                      <a:pt x="224" y="50"/>
                      <a:pt x="220" y="45"/>
                    </a:cubicBezTo>
                    <a:close/>
                    <a:moveTo>
                      <a:pt x="14" y="178"/>
                    </a:moveTo>
                    <a:lnTo>
                      <a:pt x="14" y="178"/>
                    </a:lnTo>
                    <a:cubicBezTo>
                      <a:pt x="8" y="172"/>
                      <a:pt x="4" y="164"/>
                      <a:pt x="3" y="155"/>
                    </a:cubicBezTo>
                    <a:lnTo>
                      <a:pt x="3" y="155"/>
                    </a:lnTo>
                    <a:cubicBezTo>
                      <a:pt x="0" y="141"/>
                      <a:pt x="5" y="126"/>
                      <a:pt x="15" y="116"/>
                    </a:cubicBezTo>
                    <a:lnTo>
                      <a:pt x="42" y="91"/>
                    </a:lnTo>
                    <a:lnTo>
                      <a:pt x="42" y="91"/>
                    </a:lnTo>
                    <a:cubicBezTo>
                      <a:pt x="44" y="89"/>
                      <a:pt x="46" y="87"/>
                      <a:pt x="47" y="85"/>
                    </a:cubicBezTo>
                    <a:lnTo>
                      <a:pt x="47" y="85"/>
                    </a:lnTo>
                    <a:cubicBezTo>
                      <a:pt x="48" y="82"/>
                      <a:pt x="49" y="80"/>
                      <a:pt x="49" y="78"/>
                    </a:cubicBezTo>
                    <a:lnTo>
                      <a:pt x="51" y="42"/>
                    </a:lnTo>
                    <a:lnTo>
                      <a:pt x="51" y="42"/>
                    </a:lnTo>
                    <a:cubicBezTo>
                      <a:pt x="52" y="27"/>
                      <a:pt x="60" y="15"/>
                      <a:pt x="73" y="8"/>
                    </a:cubicBezTo>
                    <a:lnTo>
                      <a:pt x="73" y="8"/>
                    </a:lnTo>
                    <a:cubicBezTo>
                      <a:pt x="85" y="0"/>
                      <a:pt x="101" y="0"/>
                      <a:pt x="114" y="7"/>
                    </a:cubicBezTo>
                    <a:lnTo>
                      <a:pt x="147" y="25"/>
                    </a:lnTo>
                    <a:lnTo>
                      <a:pt x="147" y="25"/>
                    </a:lnTo>
                    <a:cubicBezTo>
                      <a:pt x="149" y="26"/>
                      <a:pt x="151" y="27"/>
                      <a:pt x="153" y="27"/>
                    </a:cubicBezTo>
                    <a:lnTo>
                      <a:pt x="153" y="27"/>
                    </a:lnTo>
                    <a:cubicBezTo>
                      <a:pt x="155" y="27"/>
                      <a:pt x="158" y="27"/>
                      <a:pt x="161" y="27"/>
                    </a:cubicBezTo>
                    <a:lnTo>
                      <a:pt x="196" y="18"/>
                    </a:lnTo>
                    <a:lnTo>
                      <a:pt x="196" y="18"/>
                    </a:lnTo>
                    <a:cubicBezTo>
                      <a:pt x="211" y="15"/>
                      <a:pt x="225" y="18"/>
                      <a:pt x="236" y="28"/>
                    </a:cubicBezTo>
                    <a:lnTo>
                      <a:pt x="236" y="28"/>
                    </a:lnTo>
                    <a:cubicBezTo>
                      <a:pt x="246" y="39"/>
                      <a:pt x="250" y="53"/>
                      <a:pt x="248" y="68"/>
                    </a:cubicBezTo>
                    <a:lnTo>
                      <a:pt x="241" y="103"/>
                    </a:lnTo>
                    <a:lnTo>
                      <a:pt x="241" y="103"/>
                    </a:lnTo>
                    <a:cubicBezTo>
                      <a:pt x="241" y="106"/>
                      <a:pt x="241" y="108"/>
                      <a:pt x="241" y="110"/>
                    </a:cubicBezTo>
                    <a:lnTo>
                      <a:pt x="241" y="110"/>
                    </a:lnTo>
                    <a:cubicBezTo>
                      <a:pt x="242" y="113"/>
                      <a:pt x="243" y="115"/>
                      <a:pt x="243" y="117"/>
                    </a:cubicBezTo>
                    <a:lnTo>
                      <a:pt x="264" y="149"/>
                    </a:lnTo>
                    <a:lnTo>
                      <a:pt x="264" y="149"/>
                    </a:lnTo>
                    <a:cubicBezTo>
                      <a:pt x="271" y="161"/>
                      <a:pt x="271" y="176"/>
                      <a:pt x="265" y="190"/>
                    </a:cubicBezTo>
                    <a:lnTo>
                      <a:pt x="265" y="190"/>
                    </a:lnTo>
                    <a:cubicBezTo>
                      <a:pt x="259" y="203"/>
                      <a:pt x="246" y="212"/>
                      <a:pt x="231" y="214"/>
                    </a:cubicBezTo>
                    <a:lnTo>
                      <a:pt x="197" y="217"/>
                    </a:lnTo>
                    <a:lnTo>
                      <a:pt x="197" y="217"/>
                    </a:lnTo>
                    <a:cubicBezTo>
                      <a:pt x="194" y="218"/>
                      <a:pt x="191" y="218"/>
                      <a:pt x="189" y="220"/>
                    </a:cubicBezTo>
                    <a:lnTo>
                      <a:pt x="189" y="220"/>
                    </a:lnTo>
                    <a:cubicBezTo>
                      <a:pt x="187" y="221"/>
                      <a:pt x="185" y="222"/>
                      <a:pt x="183" y="224"/>
                    </a:cubicBezTo>
                    <a:lnTo>
                      <a:pt x="160" y="253"/>
                    </a:lnTo>
                    <a:lnTo>
                      <a:pt x="160" y="253"/>
                    </a:lnTo>
                    <a:cubicBezTo>
                      <a:pt x="151" y="264"/>
                      <a:pt x="136" y="270"/>
                      <a:pt x="121" y="268"/>
                    </a:cubicBezTo>
                    <a:lnTo>
                      <a:pt x="121" y="268"/>
                    </a:lnTo>
                    <a:cubicBezTo>
                      <a:pt x="107" y="266"/>
                      <a:pt x="94" y="256"/>
                      <a:pt x="88" y="243"/>
                    </a:cubicBezTo>
                    <a:lnTo>
                      <a:pt x="74" y="210"/>
                    </a:lnTo>
                    <a:lnTo>
                      <a:pt x="74" y="210"/>
                    </a:lnTo>
                    <a:cubicBezTo>
                      <a:pt x="71" y="205"/>
                      <a:pt x="68" y="202"/>
                      <a:pt x="63" y="200"/>
                    </a:cubicBezTo>
                    <a:lnTo>
                      <a:pt x="29" y="187"/>
                    </a:lnTo>
                    <a:lnTo>
                      <a:pt x="29" y="187"/>
                    </a:lnTo>
                    <a:cubicBezTo>
                      <a:pt x="23" y="185"/>
                      <a:pt x="19" y="182"/>
                      <a:pt x="14" y="17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5" name="Freeform 80">
                <a:extLst>
                  <a:ext uri="{FF2B5EF4-FFF2-40B4-BE49-F238E27FC236}">
                    <a16:creationId xmlns:a16="http://schemas.microsoft.com/office/drawing/2014/main" id="{279E4C60-8DC8-7ED1-75FA-E48B9DC47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5050" y="9913191"/>
                <a:ext cx="536577" cy="517277"/>
              </a:xfrm>
              <a:custGeom>
                <a:avLst/>
                <a:gdLst>
                  <a:gd name="T0" fmla="*/ 464 w 611"/>
                  <a:gd name="T1" fmla="*/ 564 h 589"/>
                  <a:gd name="T2" fmla="*/ 246 w 611"/>
                  <a:gd name="T3" fmla="*/ 357 h 589"/>
                  <a:gd name="T4" fmla="*/ 27 w 611"/>
                  <a:gd name="T5" fmla="*/ 149 h 589"/>
                  <a:gd name="T6" fmla="*/ 27 w 611"/>
                  <a:gd name="T7" fmla="*/ 149 h 589"/>
                  <a:gd name="T8" fmla="*/ 0 w 611"/>
                  <a:gd name="T9" fmla="*/ 89 h 589"/>
                  <a:gd name="T10" fmla="*/ 0 w 611"/>
                  <a:gd name="T11" fmla="*/ 89 h 589"/>
                  <a:gd name="T12" fmla="*/ 23 w 611"/>
                  <a:gd name="T13" fmla="*/ 28 h 589"/>
                  <a:gd name="T14" fmla="*/ 23 w 611"/>
                  <a:gd name="T15" fmla="*/ 28 h 589"/>
                  <a:gd name="T16" fmla="*/ 83 w 611"/>
                  <a:gd name="T17" fmla="*/ 1 h 589"/>
                  <a:gd name="T18" fmla="*/ 83 w 611"/>
                  <a:gd name="T19" fmla="*/ 1 h 589"/>
                  <a:gd name="T20" fmla="*/ 145 w 611"/>
                  <a:gd name="T21" fmla="*/ 25 h 589"/>
                  <a:gd name="T22" fmla="*/ 364 w 611"/>
                  <a:gd name="T23" fmla="*/ 232 h 589"/>
                  <a:gd name="T24" fmla="*/ 583 w 611"/>
                  <a:gd name="T25" fmla="*/ 440 h 589"/>
                  <a:gd name="T26" fmla="*/ 583 w 611"/>
                  <a:gd name="T27" fmla="*/ 440 h 589"/>
                  <a:gd name="T28" fmla="*/ 609 w 611"/>
                  <a:gd name="T29" fmla="*/ 500 h 589"/>
                  <a:gd name="T30" fmla="*/ 609 w 611"/>
                  <a:gd name="T31" fmla="*/ 500 h 589"/>
                  <a:gd name="T32" fmla="*/ 585 w 611"/>
                  <a:gd name="T33" fmla="*/ 562 h 589"/>
                  <a:gd name="T34" fmla="*/ 585 w 611"/>
                  <a:gd name="T35" fmla="*/ 562 h 589"/>
                  <a:gd name="T36" fmla="*/ 585 w 611"/>
                  <a:gd name="T37" fmla="*/ 562 h 589"/>
                  <a:gd name="T38" fmla="*/ 525 w 611"/>
                  <a:gd name="T39" fmla="*/ 588 h 589"/>
                  <a:gd name="T40" fmla="*/ 525 w 611"/>
                  <a:gd name="T41" fmla="*/ 588 h 589"/>
                  <a:gd name="T42" fmla="*/ 464 w 611"/>
                  <a:gd name="T43" fmla="*/ 564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11" h="589">
                    <a:moveTo>
                      <a:pt x="464" y="564"/>
                    </a:moveTo>
                    <a:lnTo>
                      <a:pt x="246" y="357"/>
                    </a:lnTo>
                    <a:lnTo>
                      <a:pt x="27" y="149"/>
                    </a:lnTo>
                    <a:lnTo>
                      <a:pt x="27" y="149"/>
                    </a:lnTo>
                    <a:cubicBezTo>
                      <a:pt x="9" y="133"/>
                      <a:pt x="1" y="111"/>
                      <a:pt x="0" y="89"/>
                    </a:cubicBezTo>
                    <a:lnTo>
                      <a:pt x="0" y="89"/>
                    </a:lnTo>
                    <a:cubicBezTo>
                      <a:pt x="0" y="67"/>
                      <a:pt x="8" y="45"/>
                      <a:pt x="23" y="28"/>
                    </a:cubicBezTo>
                    <a:lnTo>
                      <a:pt x="23" y="28"/>
                    </a:lnTo>
                    <a:cubicBezTo>
                      <a:pt x="40" y="11"/>
                      <a:pt x="61" y="2"/>
                      <a:pt x="83" y="1"/>
                    </a:cubicBezTo>
                    <a:lnTo>
                      <a:pt x="83" y="1"/>
                    </a:lnTo>
                    <a:cubicBezTo>
                      <a:pt x="106" y="0"/>
                      <a:pt x="128" y="8"/>
                      <a:pt x="145" y="25"/>
                    </a:cubicBezTo>
                    <a:lnTo>
                      <a:pt x="364" y="232"/>
                    </a:lnTo>
                    <a:lnTo>
                      <a:pt x="583" y="440"/>
                    </a:lnTo>
                    <a:lnTo>
                      <a:pt x="583" y="440"/>
                    </a:lnTo>
                    <a:cubicBezTo>
                      <a:pt x="600" y="456"/>
                      <a:pt x="609" y="478"/>
                      <a:pt x="609" y="500"/>
                    </a:cubicBezTo>
                    <a:lnTo>
                      <a:pt x="609" y="500"/>
                    </a:lnTo>
                    <a:cubicBezTo>
                      <a:pt x="610" y="522"/>
                      <a:pt x="602" y="544"/>
                      <a:pt x="585" y="562"/>
                    </a:cubicBezTo>
                    <a:lnTo>
                      <a:pt x="585" y="562"/>
                    </a:lnTo>
                    <a:lnTo>
                      <a:pt x="585" y="562"/>
                    </a:lnTo>
                    <a:cubicBezTo>
                      <a:pt x="570" y="579"/>
                      <a:pt x="548" y="588"/>
                      <a:pt x="525" y="588"/>
                    </a:cubicBezTo>
                    <a:lnTo>
                      <a:pt x="525" y="588"/>
                    </a:lnTo>
                    <a:cubicBezTo>
                      <a:pt x="503" y="588"/>
                      <a:pt x="482" y="581"/>
                      <a:pt x="464" y="56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6" name="Freeform 81">
                <a:extLst>
                  <a:ext uri="{FF2B5EF4-FFF2-40B4-BE49-F238E27FC236}">
                    <a16:creationId xmlns:a16="http://schemas.microsoft.com/office/drawing/2014/main" id="{5BC3E1C0-8D9B-23FC-AC9E-8BA0DA27A5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73835" y="10001976"/>
                <a:ext cx="61764" cy="57905"/>
              </a:xfrm>
              <a:custGeom>
                <a:avLst/>
                <a:gdLst>
                  <a:gd name="T0" fmla="*/ 38 w 69"/>
                  <a:gd name="T1" fmla="*/ 59 h 66"/>
                  <a:gd name="T2" fmla="*/ 7 w 69"/>
                  <a:gd name="T3" fmla="*/ 30 h 66"/>
                  <a:gd name="T4" fmla="*/ 7 w 69"/>
                  <a:gd name="T5" fmla="*/ 30 h 66"/>
                  <a:gd name="T6" fmla="*/ 6 w 69"/>
                  <a:gd name="T7" fmla="*/ 6 h 66"/>
                  <a:gd name="T8" fmla="*/ 6 w 69"/>
                  <a:gd name="T9" fmla="*/ 6 h 66"/>
                  <a:gd name="T10" fmla="*/ 29 w 69"/>
                  <a:gd name="T11" fmla="*/ 6 h 66"/>
                  <a:gd name="T12" fmla="*/ 61 w 69"/>
                  <a:gd name="T13" fmla="*/ 36 h 66"/>
                  <a:gd name="T14" fmla="*/ 61 w 69"/>
                  <a:gd name="T15" fmla="*/ 36 h 66"/>
                  <a:gd name="T16" fmla="*/ 61 w 69"/>
                  <a:gd name="T17" fmla="*/ 59 h 66"/>
                  <a:gd name="T18" fmla="*/ 61 w 69"/>
                  <a:gd name="T19" fmla="*/ 59 h 66"/>
                  <a:gd name="T20" fmla="*/ 38 w 69"/>
                  <a:gd name="T21" fmla="*/ 5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9" h="66">
                    <a:moveTo>
                      <a:pt x="38" y="59"/>
                    </a:moveTo>
                    <a:lnTo>
                      <a:pt x="7" y="30"/>
                    </a:lnTo>
                    <a:lnTo>
                      <a:pt x="7" y="30"/>
                    </a:lnTo>
                    <a:cubicBezTo>
                      <a:pt x="1" y="23"/>
                      <a:pt x="0" y="13"/>
                      <a:pt x="6" y="6"/>
                    </a:cubicBezTo>
                    <a:lnTo>
                      <a:pt x="6" y="6"/>
                    </a:lnTo>
                    <a:cubicBezTo>
                      <a:pt x="13" y="0"/>
                      <a:pt x="23" y="0"/>
                      <a:pt x="29" y="6"/>
                    </a:cubicBezTo>
                    <a:lnTo>
                      <a:pt x="61" y="36"/>
                    </a:lnTo>
                    <a:lnTo>
                      <a:pt x="61" y="36"/>
                    </a:lnTo>
                    <a:cubicBezTo>
                      <a:pt x="68" y="42"/>
                      <a:pt x="68" y="52"/>
                      <a:pt x="61" y="59"/>
                    </a:cubicBezTo>
                    <a:lnTo>
                      <a:pt x="61" y="59"/>
                    </a:lnTo>
                    <a:cubicBezTo>
                      <a:pt x="55" y="65"/>
                      <a:pt x="45" y="65"/>
                      <a:pt x="38" y="59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7" name="Freeform 82">
                <a:extLst>
                  <a:ext uri="{FF2B5EF4-FFF2-40B4-BE49-F238E27FC236}">
                    <a16:creationId xmlns:a16="http://schemas.microsoft.com/office/drawing/2014/main" id="{745327E6-39DB-F564-19AF-105455970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70343" y="10094622"/>
                <a:ext cx="270219" cy="258640"/>
              </a:xfrm>
              <a:custGeom>
                <a:avLst/>
                <a:gdLst>
                  <a:gd name="T0" fmla="*/ 277 w 308"/>
                  <a:gd name="T1" fmla="*/ 287 h 295"/>
                  <a:gd name="T2" fmla="*/ 6 w 308"/>
                  <a:gd name="T3" fmla="*/ 31 h 295"/>
                  <a:gd name="T4" fmla="*/ 6 w 308"/>
                  <a:gd name="T5" fmla="*/ 31 h 295"/>
                  <a:gd name="T6" fmla="*/ 6 w 308"/>
                  <a:gd name="T7" fmla="*/ 7 h 295"/>
                  <a:gd name="T8" fmla="*/ 6 w 308"/>
                  <a:gd name="T9" fmla="*/ 7 h 295"/>
                  <a:gd name="T10" fmla="*/ 29 w 308"/>
                  <a:gd name="T11" fmla="*/ 7 h 295"/>
                  <a:gd name="T12" fmla="*/ 300 w 308"/>
                  <a:gd name="T13" fmla="*/ 264 h 295"/>
                  <a:gd name="T14" fmla="*/ 300 w 308"/>
                  <a:gd name="T15" fmla="*/ 264 h 295"/>
                  <a:gd name="T16" fmla="*/ 300 w 308"/>
                  <a:gd name="T17" fmla="*/ 287 h 295"/>
                  <a:gd name="T18" fmla="*/ 300 w 308"/>
                  <a:gd name="T19" fmla="*/ 287 h 295"/>
                  <a:gd name="T20" fmla="*/ 277 w 308"/>
                  <a:gd name="T21" fmla="*/ 287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8" h="295">
                    <a:moveTo>
                      <a:pt x="277" y="287"/>
                    </a:moveTo>
                    <a:lnTo>
                      <a:pt x="6" y="31"/>
                    </a:lnTo>
                    <a:lnTo>
                      <a:pt x="6" y="31"/>
                    </a:lnTo>
                    <a:cubicBezTo>
                      <a:pt x="0" y="25"/>
                      <a:pt x="0" y="14"/>
                      <a:pt x="6" y="7"/>
                    </a:cubicBezTo>
                    <a:lnTo>
                      <a:pt x="6" y="7"/>
                    </a:lnTo>
                    <a:cubicBezTo>
                      <a:pt x="12" y="1"/>
                      <a:pt x="23" y="0"/>
                      <a:pt x="29" y="7"/>
                    </a:cubicBezTo>
                    <a:lnTo>
                      <a:pt x="300" y="264"/>
                    </a:lnTo>
                    <a:lnTo>
                      <a:pt x="300" y="264"/>
                    </a:lnTo>
                    <a:cubicBezTo>
                      <a:pt x="307" y="270"/>
                      <a:pt x="307" y="281"/>
                      <a:pt x="300" y="287"/>
                    </a:cubicBezTo>
                    <a:lnTo>
                      <a:pt x="300" y="287"/>
                    </a:lnTo>
                    <a:cubicBezTo>
                      <a:pt x="294" y="294"/>
                      <a:pt x="284" y="294"/>
                      <a:pt x="277" y="287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8" name="Freeform 83">
                <a:extLst>
                  <a:ext uri="{FF2B5EF4-FFF2-40B4-BE49-F238E27FC236}">
                    <a16:creationId xmlns:a16="http://schemas.microsoft.com/office/drawing/2014/main" id="{3A35E7E1-2364-A510-3B62-E71E89EC8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03983" y="8967422"/>
                <a:ext cx="65626" cy="42464"/>
              </a:xfrm>
              <a:custGeom>
                <a:avLst/>
                <a:gdLst>
                  <a:gd name="T0" fmla="*/ 4 w 76"/>
                  <a:gd name="T1" fmla="*/ 44 h 49"/>
                  <a:gd name="T2" fmla="*/ 4 w 76"/>
                  <a:gd name="T3" fmla="*/ 44 h 49"/>
                  <a:gd name="T4" fmla="*/ 1 w 76"/>
                  <a:gd name="T5" fmla="*/ 36 h 49"/>
                  <a:gd name="T6" fmla="*/ 0 w 76"/>
                  <a:gd name="T7" fmla="*/ 13 h 49"/>
                  <a:gd name="T8" fmla="*/ 0 w 76"/>
                  <a:gd name="T9" fmla="*/ 13 h 49"/>
                  <a:gd name="T10" fmla="*/ 11 w 76"/>
                  <a:gd name="T11" fmla="*/ 0 h 49"/>
                  <a:gd name="T12" fmla="*/ 11 w 76"/>
                  <a:gd name="T13" fmla="*/ 0 h 49"/>
                  <a:gd name="T14" fmla="*/ 22 w 76"/>
                  <a:gd name="T15" fmla="*/ 12 h 49"/>
                  <a:gd name="T16" fmla="*/ 23 w 76"/>
                  <a:gd name="T17" fmla="*/ 24 h 49"/>
                  <a:gd name="T18" fmla="*/ 62 w 76"/>
                  <a:gd name="T19" fmla="*/ 23 h 49"/>
                  <a:gd name="T20" fmla="*/ 62 w 76"/>
                  <a:gd name="T21" fmla="*/ 23 h 49"/>
                  <a:gd name="T22" fmla="*/ 75 w 76"/>
                  <a:gd name="T23" fmla="*/ 34 h 49"/>
                  <a:gd name="T24" fmla="*/ 75 w 76"/>
                  <a:gd name="T25" fmla="*/ 34 h 49"/>
                  <a:gd name="T26" fmla="*/ 63 w 76"/>
                  <a:gd name="T27" fmla="*/ 46 h 49"/>
                  <a:gd name="T28" fmla="*/ 12 w 76"/>
                  <a:gd name="T29" fmla="*/ 48 h 49"/>
                  <a:gd name="T30" fmla="*/ 12 w 76"/>
                  <a:gd name="T31" fmla="*/ 48 h 49"/>
                  <a:gd name="T32" fmla="*/ 4 w 76"/>
                  <a:gd name="T3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6" h="49">
                    <a:moveTo>
                      <a:pt x="4" y="44"/>
                    </a:moveTo>
                    <a:lnTo>
                      <a:pt x="4" y="44"/>
                    </a:lnTo>
                    <a:cubicBezTo>
                      <a:pt x="1" y="42"/>
                      <a:pt x="1" y="39"/>
                      <a:pt x="1" y="36"/>
                    </a:cubicBezTo>
                    <a:lnTo>
                      <a:pt x="0" y="13"/>
                    </a:lnTo>
                    <a:lnTo>
                      <a:pt x="0" y="13"/>
                    </a:lnTo>
                    <a:cubicBezTo>
                      <a:pt x="0" y="6"/>
                      <a:pt x="4" y="1"/>
                      <a:pt x="11" y="0"/>
                    </a:cubicBezTo>
                    <a:lnTo>
                      <a:pt x="11" y="0"/>
                    </a:lnTo>
                    <a:cubicBezTo>
                      <a:pt x="17" y="0"/>
                      <a:pt x="22" y="6"/>
                      <a:pt x="22" y="12"/>
                    </a:cubicBezTo>
                    <a:lnTo>
                      <a:pt x="23" y="24"/>
                    </a:lnTo>
                    <a:lnTo>
                      <a:pt x="62" y="23"/>
                    </a:lnTo>
                    <a:lnTo>
                      <a:pt x="62" y="23"/>
                    </a:lnTo>
                    <a:cubicBezTo>
                      <a:pt x="69" y="22"/>
                      <a:pt x="75" y="27"/>
                      <a:pt x="75" y="34"/>
                    </a:cubicBezTo>
                    <a:lnTo>
                      <a:pt x="75" y="34"/>
                    </a:lnTo>
                    <a:cubicBezTo>
                      <a:pt x="75" y="41"/>
                      <a:pt x="69" y="46"/>
                      <a:pt x="63" y="46"/>
                    </a:cubicBezTo>
                    <a:lnTo>
                      <a:pt x="12" y="48"/>
                    </a:lnTo>
                    <a:lnTo>
                      <a:pt x="12" y="48"/>
                    </a:lnTo>
                    <a:cubicBezTo>
                      <a:pt x="8" y="48"/>
                      <a:pt x="5" y="46"/>
                      <a:pt x="4" y="44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9" name="Freeform 84">
                <a:extLst>
                  <a:ext uri="{FF2B5EF4-FFF2-40B4-BE49-F238E27FC236}">
                    <a16:creationId xmlns:a16="http://schemas.microsoft.com/office/drawing/2014/main" id="{9393173D-C7DA-2D5D-8990-3C0B7E487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53434" y="9121833"/>
                <a:ext cx="65623" cy="42464"/>
              </a:xfrm>
              <a:custGeom>
                <a:avLst/>
                <a:gdLst>
                  <a:gd name="T0" fmla="*/ 4 w 76"/>
                  <a:gd name="T1" fmla="*/ 44 h 49"/>
                  <a:gd name="T2" fmla="*/ 4 w 76"/>
                  <a:gd name="T3" fmla="*/ 44 h 49"/>
                  <a:gd name="T4" fmla="*/ 1 w 76"/>
                  <a:gd name="T5" fmla="*/ 36 h 49"/>
                  <a:gd name="T6" fmla="*/ 0 w 76"/>
                  <a:gd name="T7" fmla="*/ 13 h 49"/>
                  <a:gd name="T8" fmla="*/ 0 w 76"/>
                  <a:gd name="T9" fmla="*/ 13 h 49"/>
                  <a:gd name="T10" fmla="*/ 11 w 76"/>
                  <a:gd name="T11" fmla="*/ 2 h 49"/>
                  <a:gd name="T12" fmla="*/ 11 w 76"/>
                  <a:gd name="T13" fmla="*/ 2 h 49"/>
                  <a:gd name="T14" fmla="*/ 24 w 76"/>
                  <a:gd name="T15" fmla="*/ 12 h 49"/>
                  <a:gd name="T16" fmla="*/ 24 w 76"/>
                  <a:gd name="T17" fmla="*/ 24 h 49"/>
                  <a:gd name="T18" fmla="*/ 64 w 76"/>
                  <a:gd name="T19" fmla="*/ 23 h 49"/>
                  <a:gd name="T20" fmla="*/ 64 w 76"/>
                  <a:gd name="T21" fmla="*/ 23 h 49"/>
                  <a:gd name="T22" fmla="*/ 75 w 76"/>
                  <a:gd name="T23" fmla="*/ 34 h 49"/>
                  <a:gd name="T24" fmla="*/ 75 w 76"/>
                  <a:gd name="T25" fmla="*/ 34 h 49"/>
                  <a:gd name="T26" fmla="*/ 64 w 76"/>
                  <a:gd name="T27" fmla="*/ 46 h 49"/>
                  <a:gd name="T28" fmla="*/ 13 w 76"/>
                  <a:gd name="T29" fmla="*/ 48 h 49"/>
                  <a:gd name="T30" fmla="*/ 13 w 76"/>
                  <a:gd name="T31" fmla="*/ 48 h 49"/>
                  <a:gd name="T32" fmla="*/ 4 w 76"/>
                  <a:gd name="T33" fmla="*/ 4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6" h="49">
                    <a:moveTo>
                      <a:pt x="4" y="44"/>
                    </a:moveTo>
                    <a:lnTo>
                      <a:pt x="4" y="44"/>
                    </a:lnTo>
                    <a:cubicBezTo>
                      <a:pt x="2" y="42"/>
                      <a:pt x="1" y="39"/>
                      <a:pt x="1" y="36"/>
                    </a:cubicBezTo>
                    <a:lnTo>
                      <a:pt x="0" y="13"/>
                    </a:lnTo>
                    <a:lnTo>
                      <a:pt x="0" y="13"/>
                    </a:lnTo>
                    <a:cubicBezTo>
                      <a:pt x="0" y="7"/>
                      <a:pt x="5" y="2"/>
                      <a:pt x="11" y="2"/>
                    </a:cubicBezTo>
                    <a:lnTo>
                      <a:pt x="11" y="2"/>
                    </a:lnTo>
                    <a:cubicBezTo>
                      <a:pt x="18" y="0"/>
                      <a:pt x="24" y="6"/>
                      <a:pt x="24" y="12"/>
                    </a:cubicBezTo>
                    <a:lnTo>
                      <a:pt x="24" y="24"/>
                    </a:lnTo>
                    <a:lnTo>
                      <a:pt x="64" y="23"/>
                    </a:lnTo>
                    <a:lnTo>
                      <a:pt x="64" y="23"/>
                    </a:lnTo>
                    <a:cubicBezTo>
                      <a:pt x="70" y="23"/>
                      <a:pt x="75" y="28"/>
                      <a:pt x="75" y="34"/>
                    </a:cubicBezTo>
                    <a:lnTo>
                      <a:pt x="75" y="34"/>
                    </a:lnTo>
                    <a:cubicBezTo>
                      <a:pt x="75" y="41"/>
                      <a:pt x="71" y="46"/>
                      <a:pt x="64" y="46"/>
                    </a:cubicBezTo>
                    <a:lnTo>
                      <a:pt x="13" y="48"/>
                    </a:lnTo>
                    <a:lnTo>
                      <a:pt x="13" y="48"/>
                    </a:lnTo>
                    <a:cubicBezTo>
                      <a:pt x="10" y="48"/>
                      <a:pt x="7" y="47"/>
                      <a:pt x="4" y="44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1" name="Freeform 85">
                <a:extLst>
                  <a:ext uri="{FF2B5EF4-FFF2-40B4-BE49-F238E27FC236}">
                    <a16:creationId xmlns:a16="http://schemas.microsoft.com/office/drawing/2014/main" id="{9AE4579C-277E-4219-2C35-ABA4BF473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62990" y="9565766"/>
                <a:ext cx="579042" cy="579042"/>
              </a:xfrm>
              <a:custGeom>
                <a:avLst/>
                <a:gdLst>
                  <a:gd name="T0" fmla="*/ 516 w 663"/>
                  <a:gd name="T1" fmla="*/ 135 h 661"/>
                  <a:gd name="T2" fmla="*/ 516 w 663"/>
                  <a:gd name="T3" fmla="*/ 135 h 661"/>
                  <a:gd name="T4" fmla="*/ 136 w 663"/>
                  <a:gd name="T5" fmla="*/ 145 h 661"/>
                  <a:gd name="T6" fmla="*/ 136 w 663"/>
                  <a:gd name="T7" fmla="*/ 145 h 661"/>
                  <a:gd name="T8" fmla="*/ 146 w 663"/>
                  <a:gd name="T9" fmla="*/ 524 h 661"/>
                  <a:gd name="T10" fmla="*/ 146 w 663"/>
                  <a:gd name="T11" fmla="*/ 524 h 661"/>
                  <a:gd name="T12" fmla="*/ 526 w 663"/>
                  <a:gd name="T13" fmla="*/ 515 h 661"/>
                  <a:gd name="T14" fmla="*/ 526 w 663"/>
                  <a:gd name="T15" fmla="*/ 515 h 661"/>
                  <a:gd name="T16" fmla="*/ 516 w 663"/>
                  <a:gd name="T17" fmla="*/ 135 h 661"/>
                  <a:gd name="T18" fmla="*/ 125 w 663"/>
                  <a:gd name="T19" fmla="*/ 547 h 661"/>
                  <a:gd name="T20" fmla="*/ 125 w 663"/>
                  <a:gd name="T21" fmla="*/ 547 h 661"/>
                  <a:gd name="T22" fmla="*/ 114 w 663"/>
                  <a:gd name="T23" fmla="*/ 124 h 661"/>
                  <a:gd name="T24" fmla="*/ 114 w 663"/>
                  <a:gd name="T25" fmla="*/ 124 h 661"/>
                  <a:gd name="T26" fmla="*/ 537 w 663"/>
                  <a:gd name="T27" fmla="*/ 113 h 661"/>
                  <a:gd name="T28" fmla="*/ 537 w 663"/>
                  <a:gd name="T29" fmla="*/ 113 h 661"/>
                  <a:gd name="T30" fmla="*/ 548 w 663"/>
                  <a:gd name="T31" fmla="*/ 536 h 661"/>
                  <a:gd name="T32" fmla="*/ 548 w 663"/>
                  <a:gd name="T33" fmla="*/ 536 h 661"/>
                  <a:gd name="T34" fmla="*/ 125 w 663"/>
                  <a:gd name="T35" fmla="*/ 547 h 6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63" h="661">
                    <a:moveTo>
                      <a:pt x="516" y="135"/>
                    </a:moveTo>
                    <a:lnTo>
                      <a:pt x="516" y="135"/>
                    </a:lnTo>
                    <a:cubicBezTo>
                      <a:pt x="408" y="33"/>
                      <a:pt x="238" y="38"/>
                      <a:pt x="136" y="145"/>
                    </a:cubicBezTo>
                    <a:lnTo>
                      <a:pt x="136" y="145"/>
                    </a:lnTo>
                    <a:cubicBezTo>
                      <a:pt x="34" y="253"/>
                      <a:pt x="39" y="423"/>
                      <a:pt x="146" y="524"/>
                    </a:cubicBezTo>
                    <a:lnTo>
                      <a:pt x="146" y="524"/>
                    </a:lnTo>
                    <a:cubicBezTo>
                      <a:pt x="254" y="626"/>
                      <a:pt x="424" y="622"/>
                      <a:pt x="526" y="515"/>
                    </a:cubicBezTo>
                    <a:lnTo>
                      <a:pt x="526" y="515"/>
                    </a:lnTo>
                    <a:cubicBezTo>
                      <a:pt x="628" y="407"/>
                      <a:pt x="623" y="237"/>
                      <a:pt x="516" y="135"/>
                    </a:cubicBezTo>
                    <a:close/>
                    <a:moveTo>
                      <a:pt x="125" y="547"/>
                    </a:moveTo>
                    <a:lnTo>
                      <a:pt x="125" y="547"/>
                    </a:lnTo>
                    <a:cubicBezTo>
                      <a:pt x="5" y="433"/>
                      <a:pt x="0" y="243"/>
                      <a:pt x="114" y="124"/>
                    </a:cubicBezTo>
                    <a:lnTo>
                      <a:pt x="114" y="124"/>
                    </a:lnTo>
                    <a:cubicBezTo>
                      <a:pt x="227" y="4"/>
                      <a:pt x="417" y="0"/>
                      <a:pt x="537" y="113"/>
                    </a:cubicBezTo>
                    <a:lnTo>
                      <a:pt x="537" y="113"/>
                    </a:lnTo>
                    <a:cubicBezTo>
                      <a:pt x="657" y="227"/>
                      <a:pt x="662" y="417"/>
                      <a:pt x="548" y="536"/>
                    </a:cubicBezTo>
                    <a:lnTo>
                      <a:pt x="548" y="536"/>
                    </a:lnTo>
                    <a:cubicBezTo>
                      <a:pt x="435" y="656"/>
                      <a:pt x="245" y="660"/>
                      <a:pt x="125" y="54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2" name="Freeform 86">
                <a:extLst>
                  <a:ext uri="{FF2B5EF4-FFF2-40B4-BE49-F238E27FC236}">
                    <a16:creationId xmlns:a16="http://schemas.microsoft.com/office/drawing/2014/main" id="{0B6D351A-8B73-AE11-40BC-ADCF2F1C9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3358" y="9571663"/>
                <a:ext cx="721872" cy="1289332"/>
              </a:xfrm>
              <a:custGeom>
                <a:avLst/>
                <a:gdLst>
                  <a:gd name="T0" fmla="*/ 77 w 825"/>
                  <a:gd name="T1" fmla="*/ 1472 h 1473"/>
                  <a:gd name="T2" fmla="*/ 715 w 825"/>
                  <a:gd name="T3" fmla="*/ 1367 h 1473"/>
                  <a:gd name="T4" fmla="*/ 807 w 825"/>
                  <a:gd name="T5" fmla="*/ 949 h 1473"/>
                  <a:gd name="T6" fmla="*/ 807 w 825"/>
                  <a:gd name="T7" fmla="*/ 949 h 1473"/>
                  <a:gd name="T8" fmla="*/ 816 w 825"/>
                  <a:gd name="T9" fmla="*/ 750 h 1473"/>
                  <a:gd name="T10" fmla="*/ 816 w 825"/>
                  <a:gd name="T11" fmla="*/ 750 h 1473"/>
                  <a:gd name="T12" fmla="*/ 768 w 825"/>
                  <a:gd name="T13" fmla="*/ 584 h 1473"/>
                  <a:gd name="T14" fmla="*/ 648 w 825"/>
                  <a:gd name="T15" fmla="*/ 330 h 1473"/>
                  <a:gd name="T16" fmla="*/ 259 w 825"/>
                  <a:gd name="T17" fmla="*/ 0 h 1473"/>
                  <a:gd name="T18" fmla="*/ 259 w 825"/>
                  <a:gd name="T19" fmla="*/ 0 h 1473"/>
                  <a:gd name="T20" fmla="*/ 218 w 825"/>
                  <a:gd name="T21" fmla="*/ 418 h 1473"/>
                  <a:gd name="T22" fmla="*/ 339 w 825"/>
                  <a:gd name="T23" fmla="*/ 550 h 1473"/>
                  <a:gd name="T24" fmla="*/ 385 w 825"/>
                  <a:gd name="T25" fmla="*/ 779 h 1473"/>
                  <a:gd name="T26" fmla="*/ 385 w 825"/>
                  <a:gd name="T27" fmla="*/ 779 h 1473"/>
                  <a:gd name="T28" fmla="*/ 77 w 825"/>
                  <a:gd name="T29" fmla="*/ 1472 h 1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473">
                    <a:moveTo>
                      <a:pt x="77" y="1472"/>
                    </a:moveTo>
                    <a:lnTo>
                      <a:pt x="715" y="1367"/>
                    </a:lnTo>
                    <a:lnTo>
                      <a:pt x="807" y="949"/>
                    </a:lnTo>
                    <a:lnTo>
                      <a:pt x="807" y="949"/>
                    </a:lnTo>
                    <a:cubicBezTo>
                      <a:pt x="822" y="884"/>
                      <a:pt x="824" y="816"/>
                      <a:pt x="816" y="750"/>
                    </a:cubicBezTo>
                    <a:lnTo>
                      <a:pt x="816" y="750"/>
                    </a:lnTo>
                    <a:cubicBezTo>
                      <a:pt x="808" y="693"/>
                      <a:pt x="792" y="638"/>
                      <a:pt x="768" y="584"/>
                    </a:cubicBezTo>
                    <a:lnTo>
                      <a:pt x="648" y="330"/>
                    </a:lnTo>
                    <a:lnTo>
                      <a:pt x="259" y="0"/>
                    </a:lnTo>
                    <a:lnTo>
                      <a:pt x="259" y="0"/>
                    </a:lnTo>
                    <a:cubicBezTo>
                      <a:pt x="259" y="0"/>
                      <a:pt x="19" y="179"/>
                      <a:pt x="218" y="418"/>
                    </a:cubicBezTo>
                    <a:lnTo>
                      <a:pt x="339" y="550"/>
                    </a:lnTo>
                    <a:lnTo>
                      <a:pt x="385" y="779"/>
                    </a:lnTo>
                    <a:lnTo>
                      <a:pt x="385" y="779"/>
                    </a:lnTo>
                    <a:cubicBezTo>
                      <a:pt x="385" y="779"/>
                      <a:pt x="0" y="990"/>
                      <a:pt x="77" y="1472"/>
                    </a:cubicBezTo>
                  </a:path>
                </a:pathLst>
              </a:custGeom>
              <a:solidFill>
                <a:srgbClr val="FFD5C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8" name="Group 29">
              <a:extLst>
                <a:ext uri="{FF2B5EF4-FFF2-40B4-BE49-F238E27FC236}">
                  <a16:creationId xmlns:a16="http://schemas.microsoft.com/office/drawing/2014/main" id="{E05F986C-3FAA-31FB-A465-21A28462CB2C}"/>
                </a:ext>
              </a:extLst>
            </p:cNvPr>
            <p:cNvGrpSpPr/>
            <p:nvPr/>
          </p:nvGrpSpPr>
          <p:grpSpPr>
            <a:xfrm>
              <a:off x="17058565" y="10040579"/>
              <a:ext cx="1771866" cy="3670249"/>
              <a:chOff x="17058565" y="10040579"/>
              <a:chExt cx="1771866" cy="3670249"/>
            </a:xfrm>
          </p:grpSpPr>
          <p:sp>
            <p:nvSpPr>
              <p:cNvPr id="34" name="Freeform 93">
                <a:extLst>
                  <a:ext uri="{FF2B5EF4-FFF2-40B4-BE49-F238E27FC236}">
                    <a16:creationId xmlns:a16="http://schemas.microsoft.com/office/drawing/2014/main" id="{4B7C811D-DF60-8FF9-2267-3309F34D6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58565" y="10040579"/>
                <a:ext cx="1771866" cy="2702194"/>
              </a:xfrm>
              <a:custGeom>
                <a:avLst/>
                <a:gdLst>
                  <a:gd name="T0" fmla="*/ 1890 w 2026"/>
                  <a:gd name="T1" fmla="*/ 448 h 3085"/>
                  <a:gd name="T2" fmla="*/ 1890 w 2026"/>
                  <a:gd name="T3" fmla="*/ 448 h 3085"/>
                  <a:gd name="T4" fmla="*/ 1738 w 2026"/>
                  <a:gd name="T5" fmla="*/ 442 h 3085"/>
                  <a:gd name="T6" fmla="*/ 1738 w 2026"/>
                  <a:gd name="T7" fmla="*/ 442 h 3085"/>
                  <a:gd name="T8" fmla="*/ 1332 w 2026"/>
                  <a:gd name="T9" fmla="*/ 555 h 3085"/>
                  <a:gd name="T10" fmla="*/ 918 w 2026"/>
                  <a:gd name="T11" fmla="*/ 604 h 3085"/>
                  <a:gd name="T12" fmla="*/ 918 w 2026"/>
                  <a:gd name="T13" fmla="*/ 604 h 3085"/>
                  <a:gd name="T14" fmla="*/ 740 w 2026"/>
                  <a:gd name="T15" fmla="*/ 610 h 3085"/>
                  <a:gd name="T16" fmla="*/ 740 w 2026"/>
                  <a:gd name="T17" fmla="*/ 610 h 3085"/>
                  <a:gd name="T18" fmla="*/ 784 w 2026"/>
                  <a:gd name="T19" fmla="*/ 414 h 3085"/>
                  <a:gd name="T20" fmla="*/ 784 w 2026"/>
                  <a:gd name="T21" fmla="*/ 414 h 3085"/>
                  <a:gd name="T22" fmla="*/ 798 w 2026"/>
                  <a:gd name="T23" fmla="*/ 35 h 3085"/>
                  <a:gd name="T24" fmla="*/ 798 w 2026"/>
                  <a:gd name="T25" fmla="*/ 35 h 3085"/>
                  <a:gd name="T26" fmla="*/ 583 w 2026"/>
                  <a:gd name="T27" fmla="*/ 129 h 3085"/>
                  <a:gd name="T28" fmla="*/ 583 w 2026"/>
                  <a:gd name="T29" fmla="*/ 129 h 3085"/>
                  <a:gd name="T30" fmla="*/ 452 w 2026"/>
                  <a:gd name="T31" fmla="*/ 414 h 3085"/>
                  <a:gd name="T32" fmla="*/ 452 w 2026"/>
                  <a:gd name="T33" fmla="*/ 414 h 3085"/>
                  <a:gd name="T34" fmla="*/ 204 w 2026"/>
                  <a:gd name="T35" fmla="*/ 598 h 3085"/>
                  <a:gd name="T36" fmla="*/ 204 w 2026"/>
                  <a:gd name="T37" fmla="*/ 598 h 3085"/>
                  <a:gd name="T38" fmla="*/ 32 w 2026"/>
                  <a:gd name="T39" fmla="*/ 853 h 3085"/>
                  <a:gd name="T40" fmla="*/ 32 w 2026"/>
                  <a:gd name="T41" fmla="*/ 853 h 3085"/>
                  <a:gd name="T42" fmla="*/ 106 w 2026"/>
                  <a:gd name="T43" fmla="*/ 1205 h 3085"/>
                  <a:gd name="T44" fmla="*/ 354 w 2026"/>
                  <a:gd name="T45" fmla="*/ 3065 h 3085"/>
                  <a:gd name="T46" fmla="*/ 354 w 2026"/>
                  <a:gd name="T47" fmla="*/ 3084 h 3085"/>
                  <a:gd name="T48" fmla="*/ 1411 w 2026"/>
                  <a:gd name="T49" fmla="*/ 2944 h 3085"/>
                  <a:gd name="T50" fmla="*/ 1411 w 2026"/>
                  <a:gd name="T51" fmla="*/ 2944 h 3085"/>
                  <a:gd name="T52" fmla="*/ 1405 w 2026"/>
                  <a:gd name="T53" fmla="*/ 2914 h 3085"/>
                  <a:gd name="T54" fmla="*/ 1039 w 2026"/>
                  <a:gd name="T55" fmla="*/ 1147 h 3085"/>
                  <a:gd name="T56" fmla="*/ 1039 w 2026"/>
                  <a:gd name="T57" fmla="*/ 1147 h 3085"/>
                  <a:gd name="T58" fmla="*/ 1490 w 2026"/>
                  <a:gd name="T59" fmla="*/ 957 h 3085"/>
                  <a:gd name="T60" fmla="*/ 1490 w 2026"/>
                  <a:gd name="T61" fmla="*/ 957 h 3085"/>
                  <a:gd name="T62" fmla="*/ 1910 w 2026"/>
                  <a:gd name="T63" fmla="*/ 647 h 3085"/>
                  <a:gd name="T64" fmla="*/ 1910 w 2026"/>
                  <a:gd name="T65" fmla="*/ 647 h 3085"/>
                  <a:gd name="T66" fmla="*/ 1890 w 2026"/>
                  <a:gd name="T67" fmla="*/ 448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26" h="3085">
                    <a:moveTo>
                      <a:pt x="1890" y="448"/>
                    </a:moveTo>
                    <a:lnTo>
                      <a:pt x="1890" y="448"/>
                    </a:lnTo>
                    <a:cubicBezTo>
                      <a:pt x="1827" y="430"/>
                      <a:pt x="1775" y="434"/>
                      <a:pt x="1738" y="442"/>
                    </a:cubicBezTo>
                    <a:lnTo>
                      <a:pt x="1738" y="442"/>
                    </a:lnTo>
                    <a:cubicBezTo>
                      <a:pt x="1634" y="463"/>
                      <a:pt x="1332" y="555"/>
                      <a:pt x="1332" y="555"/>
                    </a:cubicBezTo>
                    <a:lnTo>
                      <a:pt x="918" y="604"/>
                    </a:lnTo>
                    <a:lnTo>
                      <a:pt x="918" y="604"/>
                    </a:lnTo>
                    <a:lnTo>
                      <a:pt x="740" y="610"/>
                    </a:lnTo>
                    <a:lnTo>
                      <a:pt x="740" y="610"/>
                    </a:lnTo>
                    <a:cubicBezTo>
                      <a:pt x="745" y="552"/>
                      <a:pt x="772" y="455"/>
                      <a:pt x="784" y="414"/>
                    </a:cubicBezTo>
                    <a:lnTo>
                      <a:pt x="784" y="414"/>
                    </a:lnTo>
                    <a:cubicBezTo>
                      <a:pt x="841" y="222"/>
                      <a:pt x="860" y="73"/>
                      <a:pt x="798" y="35"/>
                    </a:cubicBezTo>
                    <a:lnTo>
                      <a:pt x="798" y="35"/>
                    </a:lnTo>
                    <a:cubicBezTo>
                      <a:pt x="737" y="0"/>
                      <a:pt x="638" y="60"/>
                      <a:pt x="583" y="129"/>
                    </a:cubicBezTo>
                    <a:lnTo>
                      <a:pt x="583" y="129"/>
                    </a:lnTo>
                    <a:cubicBezTo>
                      <a:pt x="502" y="229"/>
                      <a:pt x="452" y="414"/>
                      <a:pt x="452" y="414"/>
                    </a:cubicBezTo>
                    <a:lnTo>
                      <a:pt x="452" y="414"/>
                    </a:lnTo>
                    <a:cubicBezTo>
                      <a:pt x="452" y="414"/>
                      <a:pt x="282" y="530"/>
                      <a:pt x="204" y="598"/>
                    </a:cubicBezTo>
                    <a:lnTo>
                      <a:pt x="204" y="598"/>
                    </a:lnTo>
                    <a:cubicBezTo>
                      <a:pt x="103" y="687"/>
                      <a:pt x="58" y="731"/>
                      <a:pt x="32" y="853"/>
                    </a:cubicBezTo>
                    <a:lnTo>
                      <a:pt x="32" y="853"/>
                    </a:lnTo>
                    <a:cubicBezTo>
                      <a:pt x="0" y="1015"/>
                      <a:pt x="106" y="1205"/>
                      <a:pt x="106" y="1205"/>
                    </a:cubicBezTo>
                    <a:lnTo>
                      <a:pt x="354" y="3065"/>
                    </a:lnTo>
                    <a:lnTo>
                      <a:pt x="354" y="3084"/>
                    </a:lnTo>
                    <a:lnTo>
                      <a:pt x="1411" y="2944"/>
                    </a:lnTo>
                    <a:lnTo>
                      <a:pt x="1411" y="2944"/>
                    </a:lnTo>
                    <a:cubicBezTo>
                      <a:pt x="1409" y="2933"/>
                      <a:pt x="1408" y="2924"/>
                      <a:pt x="1405" y="2914"/>
                    </a:cubicBezTo>
                    <a:lnTo>
                      <a:pt x="1039" y="1147"/>
                    </a:lnTo>
                    <a:lnTo>
                      <a:pt x="1039" y="1147"/>
                    </a:lnTo>
                    <a:cubicBezTo>
                      <a:pt x="1039" y="1147"/>
                      <a:pt x="1448" y="976"/>
                      <a:pt x="1490" y="957"/>
                    </a:cubicBezTo>
                    <a:lnTo>
                      <a:pt x="1490" y="957"/>
                    </a:lnTo>
                    <a:cubicBezTo>
                      <a:pt x="1604" y="904"/>
                      <a:pt x="1797" y="743"/>
                      <a:pt x="1910" y="647"/>
                    </a:cubicBezTo>
                    <a:lnTo>
                      <a:pt x="1910" y="647"/>
                    </a:lnTo>
                    <a:cubicBezTo>
                      <a:pt x="2025" y="548"/>
                      <a:pt x="1956" y="466"/>
                      <a:pt x="1890" y="448"/>
                    </a:cubicBezTo>
                  </a:path>
                </a:pathLst>
              </a:custGeom>
              <a:solidFill>
                <a:srgbClr val="FFBFA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5" name="Freeform: Shape 36">
                <a:extLst>
                  <a:ext uri="{FF2B5EF4-FFF2-40B4-BE49-F238E27FC236}">
                    <a16:creationId xmlns:a16="http://schemas.microsoft.com/office/drawing/2014/main" id="{EB9415AA-EB16-D3B2-D6F9-A37EF327B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51945" y="12619242"/>
                <a:ext cx="1018238" cy="1091586"/>
              </a:xfrm>
              <a:custGeom>
                <a:avLst/>
                <a:gdLst>
                  <a:gd name="connsiteX0" fmla="*/ 943340 w 1018238"/>
                  <a:gd name="connsiteY0" fmla="*/ 0 h 1091586"/>
                  <a:gd name="connsiteX1" fmla="*/ 958242 w 1018238"/>
                  <a:gd name="connsiteY1" fmla="*/ 90884 h 1091586"/>
                  <a:gd name="connsiteX2" fmla="*/ 969636 w 1018238"/>
                  <a:gd name="connsiteY2" fmla="*/ 206237 h 1091586"/>
                  <a:gd name="connsiteX3" fmla="*/ 975772 w 1018238"/>
                  <a:gd name="connsiteY3" fmla="*/ 322463 h 1091586"/>
                  <a:gd name="connsiteX4" fmla="*/ 972932 w 1018238"/>
                  <a:gd name="connsiteY4" fmla="*/ 322818 h 1091586"/>
                  <a:gd name="connsiteX5" fmla="*/ 1018238 w 1018238"/>
                  <a:gd name="connsiteY5" fmla="*/ 1091586 h 1091586"/>
                  <a:gd name="connsiteX6" fmla="*/ 0 w 1018238"/>
                  <a:gd name="connsiteY6" fmla="*/ 1091586 h 1091586"/>
                  <a:gd name="connsiteX7" fmla="*/ 11362 w 1018238"/>
                  <a:gd name="connsiteY7" fmla="*/ 441066 h 1091586"/>
                  <a:gd name="connsiteX8" fmla="*/ 11614 w 1018238"/>
                  <a:gd name="connsiteY8" fmla="*/ 441034 h 1091586"/>
                  <a:gd name="connsiteX9" fmla="*/ 16840 w 1018238"/>
                  <a:gd name="connsiteY9" fmla="*/ 122344 h 1091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8238" h="1091586">
                    <a:moveTo>
                      <a:pt x="943340" y="0"/>
                    </a:moveTo>
                    <a:cubicBezTo>
                      <a:pt x="949476" y="29712"/>
                      <a:pt x="953858" y="60298"/>
                      <a:pt x="958242" y="90884"/>
                    </a:cubicBezTo>
                    <a:cubicBezTo>
                      <a:pt x="963500" y="128461"/>
                      <a:pt x="967008" y="167786"/>
                      <a:pt x="969636" y="206237"/>
                    </a:cubicBezTo>
                    <a:lnTo>
                      <a:pt x="975772" y="322463"/>
                    </a:lnTo>
                    <a:lnTo>
                      <a:pt x="972932" y="322818"/>
                    </a:lnTo>
                    <a:lnTo>
                      <a:pt x="1018238" y="1091586"/>
                    </a:lnTo>
                    <a:lnTo>
                      <a:pt x="0" y="1091586"/>
                    </a:lnTo>
                    <a:lnTo>
                      <a:pt x="11362" y="441066"/>
                    </a:lnTo>
                    <a:lnTo>
                      <a:pt x="11614" y="441034"/>
                    </a:lnTo>
                    <a:lnTo>
                      <a:pt x="16840" y="122344"/>
                    </a:lnTo>
                    <a:close/>
                  </a:path>
                </a:pathLst>
              </a:custGeom>
              <a:solidFill>
                <a:srgbClr val="B271A7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Freeform 95">
                <a:extLst>
                  <a:ext uri="{FF2B5EF4-FFF2-40B4-BE49-F238E27FC236}">
                    <a16:creationId xmlns:a16="http://schemas.microsoft.com/office/drawing/2014/main" id="{F88D4115-F9C3-0101-9346-02FE1DDB6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63526" y="12619243"/>
                <a:ext cx="965069" cy="443933"/>
              </a:xfrm>
              <a:custGeom>
                <a:avLst/>
                <a:gdLst>
                  <a:gd name="T0" fmla="*/ 0 w 1101"/>
                  <a:gd name="T1" fmla="*/ 507 h 508"/>
                  <a:gd name="T2" fmla="*/ 1100 w 1101"/>
                  <a:gd name="T3" fmla="*/ 369 h 508"/>
                  <a:gd name="T4" fmla="*/ 1093 w 1101"/>
                  <a:gd name="T5" fmla="*/ 236 h 508"/>
                  <a:gd name="T6" fmla="*/ 1093 w 1101"/>
                  <a:gd name="T7" fmla="*/ 236 h 508"/>
                  <a:gd name="T8" fmla="*/ 1080 w 1101"/>
                  <a:gd name="T9" fmla="*/ 104 h 508"/>
                  <a:gd name="T10" fmla="*/ 1080 w 1101"/>
                  <a:gd name="T11" fmla="*/ 104 h 508"/>
                  <a:gd name="T12" fmla="*/ 1063 w 1101"/>
                  <a:gd name="T13" fmla="*/ 0 h 508"/>
                  <a:gd name="T14" fmla="*/ 6 w 1101"/>
                  <a:gd name="T15" fmla="*/ 140 h 508"/>
                  <a:gd name="T16" fmla="*/ 0 w 1101"/>
                  <a:gd name="T17" fmla="*/ 507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1" h="508">
                    <a:moveTo>
                      <a:pt x="0" y="507"/>
                    </a:moveTo>
                    <a:lnTo>
                      <a:pt x="1100" y="369"/>
                    </a:lnTo>
                    <a:lnTo>
                      <a:pt x="1093" y="236"/>
                    </a:lnTo>
                    <a:lnTo>
                      <a:pt x="1093" y="236"/>
                    </a:lnTo>
                    <a:cubicBezTo>
                      <a:pt x="1090" y="192"/>
                      <a:pt x="1086" y="147"/>
                      <a:pt x="1080" y="104"/>
                    </a:cubicBezTo>
                    <a:lnTo>
                      <a:pt x="1080" y="104"/>
                    </a:lnTo>
                    <a:cubicBezTo>
                      <a:pt x="1075" y="69"/>
                      <a:pt x="1070" y="34"/>
                      <a:pt x="1063" y="0"/>
                    </a:cubicBezTo>
                    <a:lnTo>
                      <a:pt x="6" y="140"/>
                    </a:lnTo>
                    <a:lnTo>
                      <a:pt x="0" y="507"/>
                    </a:lnTo>
                  </a:path>
                </a:pathLst>
              </a:custGeom>
              <a:solidFill>
                <a:srgbClr val="D0AF98">
                  <a:alpha val="3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105" name="Freeform 23">
            <a:extLst>
              <a:ext uri="{FF2B5EF4-FFF2-40B4-BE49-F238E27FC236}">
                <a16:creationId xmlns:a16="http://schemas.microsoft.com/office/drawing/2014/main" id="{46E32D75-3743-7F39-95FC-3B383117E1DF}"/>
              </a:ext>
            </a:extLst>
          </p:cNvPr>
          <p:cNvSpPr/>
          <p:nvPr/>
        </p:nvSpPr>
        <p:spPr>
          <a:xfrm rot="2700000" flipV="1">
            <a:off x="-1972918" y="-1069103"/>
            <a:ext cx="5796666" cy="7662139"/>
          </a:xfrm>
          <a:custGeom>
            <a:avLst/>
            <a:gdLst>
              <a:gd name="connsiteX0" fmla="*/ 4849338 w 5625807"/>
              <a:gd name="connsiteY0" fmla="*/ 0 h 7661152"/>
              <a:gd name="connsiteX1" fmla="*/ 5625807 w 5625807"/>
              <a:gd name="connsiteY1" fmla="*/ 776469 h 7661152"/>
              <a:gd name="connsiteX2" fmla="*/ 5625807 w 5625807"/>
              <a:gd name="connsiteY2" fmla="*/ 6203326 h 7661152"/>
              <a:gd name="connsiteX3" fmla="*/ 4167981 w 5625807"/>
              <a:gd name="connsiteY3" fmla="*/ 7661152 h 7661152"/>
              <a:gd name="connsiteX4" fmla="*/ 2811814 w 5625807"/>
              <a:gd name="connsiteY4" fmla="*/ 7661152 h 7661152"/>
              <a:gd name="connsiteX5" fmla="*/ 0 w 5625807"/>
              <a:gd name="connsiteY5" fmla="*/ 4849338 h 766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25807" h="7661152">
                <a:moveTo>
                  <a:pt x="4849338" y="0"/>
                </a:moveTo>
                <a:lnTo>
                  <a:pt x="5625807" y="776469"/>
                </a:lnTo>
                <a:lnTo>
                  <a:pt x="5625807" y="6203326"/>
                </a:lnTo>
                <a:cubicBezTo>
                  <a:pt x="5625807" y="7008461"/>
                  <a:pt x="4973116" y="7661152"/>
                  <a:pt x="4167981" y="7661152"/>
                </a:cubicBezTo>
                <a:lnTo>
                  <a:pt x="2811814" y="7661152"/>
                </a:lnTo>
                <a:lnTo>
                  <a:pt x="0" y="4849338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82000"/>
                </a:schemeClr>
              </a:gs>
              <a:gs pos="100000">
                <a:schemeClr val="bg1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6" name="صورة 95">
            <a:extLst>
              <a:ext uri="{FF2B5EF4-FFF2-40B4-BE49-F238E27FC236}">
                <a16:creationId xmlns:a16="http://schemas.microsoft.com/office/drawing/2014/main" id="{17BAFB6A-AD67-4B88-23D2-364B5F75F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803996" y="3968154"/>
            <a:ext cx="1269803" cy="1269803"/>
          </a:xfrm>
          <a:prstGeom prst="rect">
            <a:avLst/>
          </a:prstGeom>
        </p:spPr>
      </p:pic>
      <p:sp>
        <p:nvSpPr>
          <p:cNvPr id="97" name="Freeform 86">
            <a:extLst>
              <a:ext uri="{FF2B5EF4-FFF2-40B4-BE49-F238E27FC236}">
                <a16:creationId xmlns:a16="http://schemas.microsoft.com/office/drawing/2014/main" id="{B6571058-CD78-7CC8-683C-E01DDD9A9CC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90508" y="4543964"/>
            <a:ext cx="408425" cy="691592"/>
          </a:xfrm>
          <a:custGeom>
            <a:avLst/>
            <a:gdLst>
              <a:gd name="T0" fmla="*/ 77 w 825"/>
              <a:gd name="T1" fmla="*/ 1472 h 1473"/>
              <a:gd name="T2" fmla="*/ 715 w 825"/>
              <a:gd name="T3" fmla="*/ 1367 h 1473"/>
              <a:gd name="T4" fmla="*/ 807 w 825"/>
              <a:gd name="T5" fmla="*/ 949 h 1473"/>
              <a:gd name="T6" fmla="*/ 807 w 825"/>
              <a:gd name="T7" fmla="*/ 949 h 1473"/>
              <a:gd name="T8" fmla="*/ 816 w 825"/>
              <a:gd name="T9" fmla="*/ 750 h 1473"/>
              <a:gd name="T10" fmla="*/ 816 w 825"/>
              <a:gd name="T11" fmla="*/ 750 h 1473"/>
              <a:gd name="T12" fmla="*/ 768 w 825"/>
              <a:gd name="T13" fmla="*/ 584 h 1473"/>
              <a:gd name="T14" fmla="*/ 648 w 825"/>
              <a:gd name="T15" fmla="*/ 330 h 1473"/>
              <a:gd name="T16" fmla="*/ 259 w 825"/>
              <a:gd name="T17" fmla="*/ 0 h 1473"/>
              <a:gd name="T18" fmla="*/ 259 w 825"/>
              <a:gd name="T19" fmla="*/ 0 h 1473"/>
              <a:gd name="T20" fmla="*/ 218 w 825"/>
              <a:gd name="T21" fmla="*/ 418 h 1473"/>
              <a:gd name="T22" fmla="*/ 339 w 825"/>
              <a:gd name="T23" fmla="*/ 550 h 1473"/>
              <a:gd name="T24" fmla="*/ 385 w 825"/>
              <a:gd name="T25" fmla="*/ 779 h 1473"/>
              <a:gd name="T26" fmla="*/ 385 w 825"/>
              <a:gd name="T27" fmla="*/ 779 h 1473"/>
              <a:gd name="T28" fmla="*/ 77 w 825"/>
              <a:gd name="T29" fmla="*/ 1472 h 1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25" h="1473">
                <a:moveTo>
                  <a:pt x="77" y="1472"/>
                </a:moveTo>
                <a:lnTo>
                  <a:pt x="715" y="1367"/>
                </a:lnTo>
                <a:lnTo>
                  <a:pt x="807" y="949"/>
                </a:lnTo>
                <a:lnTo>
                  <a:pt x="807" y="949"/>
                </a:lnTo>
                <a:cubicBezTo>
                  <a:pt x="822" y="884"/>
                  <a:pt x="824" y="816"/>
                  <a:pt x="816" y="750"/>
                </a:cubicBezTo>
                <a:lnTo>
                  <a:pt x="816" y="750"/>
                </a:lnTo>
                <a:cubicBezTo>
                  <a:pt x="808" y="693"/>
                  <a:pt x="792" y="638"/>
                  <a:pt x="768" y="584"/>
                </a:cubicBezTo>
                <a:lnTo>
                  <a:pt x="648" y="330"/>
                </a:lnTo>
                <a:lnTo>
                  <a:pt x="259" y="0"/>
                </a:lnTo>
                <a:lnTo>
                  <a:pt x="259" y="0"/>
                </a:lnTo>
                <a:cubicBezTo>
                  <a:pt x="259" y="0"/>
                  <a:pt x="19" y="179"/>
                  <a:pt x="218" y="418"/>
                </a:cubicBezTo>
                <a:lnTo>
                  <a:pt x="339" y="550"/>
                </a:lnTo>
                <a:lnTo>
                  <a:pt x="385" y="779"/>
                </a:lnTo>
                <a:lnTo>
                  <a:pt x="385" y="779"/>
                </a:lnTo>
                <a:cubicBezTo>
                  <a:pt x="385" y="779"/>
                  <a:pt x="0" y="990"/>
                  <a:pt x="77" y="1472"/>
                </a:cubicBezTo>
              </a:path>
            </a:pathLst>
          </a:custGeom>
          <a:solidFill>
            <a:srgbClr val="FFD5C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1577617E-3204-9DEB-E4B9-1F5E4BA56F3F}"/>
              </a:ext>
            </a:extLst>
          </p:cNvPr>
          <p:cNvSpPr txBox="1">
            <a:spLocks/>
          </p:cNvSpPr>
          <p:nvPr/>
        </p:nvSpPr>
        <p:spPr>
          <a:xfrm>
            <a:off x="1037546" y="649953"/>
            <a:ext cx="9338944" cy="8191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ar-SY" sz="2800" dirty="0">
                <a:solidFill>
                  <a:srgbClr val="B271A7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منهجية تجميع المتطلبات </a:t>
            </a:r>
            <a:r>
              <a:rPr lang="en-US" sz="2800" dirty="0">
                <a:solidFill>
                  <a:srgbClr val="B271A7"/>
                </a:solidFill>
                <a:latin typeface="Al-Jazeera-Arabic-Bold" panose="01000500000000020006" pitchFamily="2" charset="-78"/>
                <a:ea typeface="GE SS Two Bold" panose="020A0503020102020204" pitchFamily="18" charset="-78"/>
                <a:cs typeface="Al-Jazeera-Arabic-Bold" panose="01000500000000020006" pitchFamily="2" charset="-78"/>
              </a:rPr>
              <a:t>(</a:t>
            </a:r>
            <a:r>
              <a:rPr lang="en-US" sz="2800" dirty="0">
                <a:solidFill>
                  <a:srgbClr val="B271A7"/>
                </a:solidFill>
                <a:latin typeface="Arial Rounded MT Bold" panose="020F0704030504030204" pitchFamily="34" charset="0"/>
                <a:ea typeface="Yu Gothic UI Semibold" panose="020B0700000000000000" pitchFamily="34" charset="-128"/>
                <a:cs typeface="Al-Jazeera-Arabic-Bold" panose="01000500000000020006" pitchFamily="2" charset="-78"/>
              </a:rPr>
              <a:t>Requirements Gathering</a:t>
            </a:r>
            <a:r>
              <a:rPr lang="en-US" sz="2800" dirty="0">
                <a:solidFill>
                  <a:srgbClr val="B271A7"/>
                </a:solidFill>
                <a:latin typeface="Al-Jazeera-Arabic-Bold" panose="01000500000000020006" pitchFamily="2" charset="-78"/>
                <a:ea typeface="GE SS Two Bold" panose="020A0503020102020204" pitchFamily="18" charset="-78"/>
                <a:cs typeface="Al-Jazeera-Arabic-Bold" panose="01000500000000020006" pitchFamily="2" charset="-78"/>
              </a:rPr>
              <a:t>)</a:t>
            </a:r>
            <a:endParaRPr lang="ar-SY" sz="2800" dirty="0">
              <a:solidFill>
                <a:srgbClr val="B271A7"/>
              </a:solidFill>
              <a:latin typeface="Al-Jazeera-Arabic-Bold" panose="01000500000000020006" pitchFamily="2" charset="-78"/>
              <a:ea typeface="GE SS Two Bold" panose="020A0503020102020204" pitchFamily="18" charset="-78"/>
              <a:cs typeface="Al-Jazeera-Arabic-Bold" panose="01000500000000020006" pitchFamily="2" charset="-78"/>
            </a:endParaRPr>
          </a:p>
        </p:txBody>
      </p:sp>
      <p:sp>
        <p:nvSpPr>
          <p:cNvPr id="103" name="TextBox 66">
            <a:extLst>
              <a:ext uri="{FF2B5EF4-FFF2-40B4-BE49-F238E27FC236}">
                <a16:creationId xmlns:a16="http://schemas.microsoft.com/office/drawing/2014/main" id="{5489336F-3B3D-D037-3DE6-9113815E9725}"/>
              </a:ext>
            </a:extLst>
          </p:cNvPr>
          <p:cNvSpPr txBox="1"/>
          <p:nvPr/>
        </p:nvSpPr>
        <p:spPr>
          <a:xfrm>
            <a:off x="2315346" y="836281"/>
            <a:ext cx="7595201" cy="1743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300000"/>
              </a:lnSpc>
              <a:buClr>
                <a:srgbClr val="97CA3D"/>
              </a:buClr>
            </a:pPr>
            <a:r>
              <a:rPr lang="en-US" sz="4400" dirty="0">
                <a:solidFill>
                  <a:srgbClr val="98C242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Interviews</a:t>
            </a:r>
            <a:endParaRPr lang="ar-SY" sz="4400" dirty="0">
              <a:solidFill>
                <a:srgbClr val="98C242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72">
            <a:extLst>
              <a:ext uri="{FF2B5EF4-FFF2-40B4-BE49-F238E27FC236}">
                <a16:creationId xmlns:a16="http://schemas.microsoft.com/office/drawing/2014/main" id="{DB96E270-129D-BBC5-6B09-430357C39607}"/>
              </a:ext>
            </a:extLst>
          </p:cNvPr>
          <p:cNvSpPr txBox="1"/>
          <p:nvPr/>
        </p:nvSpPr>
        <p:spPr>
          <a:xfrm>
            <a:off x="1259006" y="2848999"/>
            <a:ext cx="9707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300000"/>
              </a:lnSpc>
              <a:buClr>
                <a:srgbClr val="97CA3D"/>
              </a:buClr>
            </a:pPr>
            <a:r>
              <a:rPr lang="ar-SY" sz="1600" dirty="0"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وتم توثيق المتطلبات باستخدام نماذج ومخططات </a:t>
            </a:r>
            <a:r>
              <a:rPr lang="en-US" sz="1600" dirty="0">
                <a:latin typeface="Arial Rounded MT Bold" panose="020F0704030504030204" pitchFamily="34" charset="0"/>
                <a:ea typeface="GE SS Two Bold" panose="020A0503020102020204" pitchFamily="18" charset="-78"/>
                <a:cs typeface="GE SS Two Bold" panose="020A0503020102020204" pitchFamily="18" charset="-78"/>
              </a:rPr>
              <a:t>UML</a:t>
            </a:r>
            <a:r>
              <a:rPr lang="ar-SY" sz="1600" dirty="0"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 لضمان وضوحها وتوافقها مع أهداف المشروع</a:t>
            </a:r>
          </a:p>
        </p:txBody>
      </p:sp>
    </p:spTree>
    <p:extLst>
      <p:ext uri="{BB962C8B-B14F-4D97-AF65-F5344CB8AC3E}">
        <p14:creationId xmlns:p14="http://schemas.microsoft.com/office/powerpoint/2010/main" val="259969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/>
      <p:bldP spid="1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3">
            <a:extLst>
              <a:ext uri="{FF2B5EF4-FFF2-40B4-BE49-F238E27FC236}">
                <a16:creationId xmlns:a16="http://schemas.microsoft.com/office/drawing/2014/main" id="{565BDA1C-0186-F922-6574-A39B519461DA}"/>
              </a:ext>
            </a:extLst>
          </p:cNvPr>
          <p:cNvSpPr/>
          <p:nvPr/>
        </p:nvSpPr>
        <p:spPr>
          <a:xfrm rot="2700000" flipV="1">
            <a:off x="-1972918" y="-1069103"/>
            <a:ext cx="5796666" cy="7662139"/>
          </a:xfrm>
          <a:custGeom>
            <a:avLst/>
            <a:gdLst>
              <a:gd name="connsiteX0" fmla="*/ 4849338 w 5625807"/>
              <a:gd name="connsiteY0" fmla="*/ 0 h 7661152"/>
              <a:gd name="connsiteX1" fmla="*/ 5625807 w 5625807"/>
              <a:gd name="connsiteY1" fmla="*/ 776469 h 7661152"/>
              <a:gd name="connsiteX2" fmla="*/ 5625807 w 5625807"/>
              <a:gd name="connsiteY2" fmla="*/ 6203326 h 7661152"/>
              <a:gd name="connsiteX3" fmla="*/ 4167981 w 5625807"/>
              <a:gd name="connsiteY3" fmla="*/ 7661152 h 7661152"/>
              <a:gd name="connsiteX4" fmla="*/ 2811814 w 5625807"/>
              <a:gd name="connsiteY4" fmla="*/ 7661152 h 7661152"/>
              <a:gd name="connsiteX5" fmla="*/ 0 w 5625807"/>
              <a:gd name="connsiteY5" fmla="*/ 4849338 h 766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25807" h="7661152">
                <a:moveTo>
                  <a:pt x="4849338" y="0"/>
                </a:moveTo>
                <a:lnTo>
                  <a:pt x="5625807" y="776469"/>
                </a:lnTo>
                <a:lnTo>
                  <a:pt x="5625807" y="6203326"/>
                </a:lnTo>
                <a:cubicBezTo>
                  <a:pt x="5625807" y="7008461"/>
                  <a:pt x="4973116" y="7661152"/>
                  <a:pt x="4167981" y="7661152"/>
                </a:cubicBezTo>
                <a:lnTo>
                  <a:pt x="2811814" y="7661152"/>
                </a:lnTo>
                <a:lnTo>
                  <a:pt x="0" y="4849338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82000"/>
                </a:schemeClr>
              </a:gs>
              <a:gs pos="100000">
                <a:schemeClr val="bg1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A5E26D-B51A-DB86-D4B3-C166F4E62CF6}"/>
              </a:ext>
            </a:extLst>
          </p:cNvPr>
          <p:cNvGrpSpPr/>
          <p:nvPr/>
        </p:nvGrpSpPr>
        <p:grpSpPr>
          <a:xfrm>
            <a:off x="465608" y="409654"/>
            <a:ext cx="192659" cy="311223"/>
            <a:chOff x="10293205" y="1567996"/>
            <a:chExt cx="2340599" cy="3781028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287416-7208-E21B-FEF2-0B52BE6E1010}"/>
                </a:ext>
              </a:extLst>
            </p:cNvPr>
            <p:cNvSpPr/>
            <p:nvPr/>
          </p:nvSpPr>
          <p:spPr>
            <a:xfrm>
              <a:off x="10878355" y="4178706"/>
              <a:ext cx="1170299" cy="270073"/>
            </a:xfrm>
            <a:custGeom>
              <a:avLst/>
              <a:gdLst>
                <a:gd name="connsiteX0" fmla="*/ 135035 w 1170299"/>
                <a:gd name="connsiteY0" fmla="*/ 0 h 270073"/>
                <a:gd name="connsiteX1" fmla="*/ 1035265 w 1170299"/>
                <a:gd name="connsiteY1" fmla="*/ 0 h 270073"/>
                <a:gd name="connsiteX2" fmla="*/ 1170300 w 1170299"/>
                <a:gd name="connsiteY2" fmla="*/ 135037 h 270073"/>
                <a:gd name="connsiteX3" fmla="*/ 1035265 w 1170299"/>
                <a:gd name="connsiteY3" fmla="*/ 270073 h 270073"/>
                <a:gd name="connsiteX4" fmla="*/ 135035 w 1170299"/>
                <a:gd name="connsiteY4" fmla="*/ 270073 h 270073"/>
                <a:gd name="connsiteX5" fmla="*/ 0 w 1170299"/>
                <a:gd name="connsiteY5" fmla="*/ 135037 h 270073"/>
                <a:gd name="connsiteX6" fmla="*/ 135035 w 1170299"/>
                <a:gd name="connsiteY6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0299" h="270073">
                  <a:moveTo>
                    <a:pt x="135035" y="0"/>
                  </a:moveTo>
                  <a:lnTo>
                    <a:pt x="1035265" y="0"/>
                  </a:lnTo>
                  <a:cubicBezTo>
                    <a:pt x="1111785" y="0"/>
                    <a:pt x="1170300" y="58516"/>
                    <a:pt x="1170300" y="135037"/>
                  </a:cubicBezTo>
                  <a:cubicBezTo>
                    <a:pt x="1170300" y="211557"/>
                    <a:pt x="1111785" y="270073"/>
                    <a:pt x="1035265" y="270073"/>
                  </a:cubicBezTo>
                  <a:lnTo>
                    <a:pt x="135035" y="270073"/>
                  </a:lnTo>
                  <a:cubicBezTo>
                    <a:pt x="58515" y="270073"/>
                    <a:pt x="0" y="211557"/>
                    <a:pt x="0" y="135037"/>
                  </a:cubicBezTo>
                  <a:cubicBezTo>
                    <a:pt x="0" y="58516"/>
                    <a:pt x="58515" y="0"/>
                    <a:pt x="135035" y="0"/>
                  </a:cubicBez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4588AB-F11C-F6B6-7DB6-A911E0BB04F2}"/>
                </a:ext>
              </a:extLst>
            </p:cNvPr>
            <p:cNvSpPr/>
            <p:nvPr/>
          </p:nvSpPr>
          <p:spPr>
            <a:xfrm>
              <a:off x="10878355" y="4628828"/>
              <a:ext cx="1170299" cy="270073"/>
            </a:xfrm>
            <a:custGeom>
              <a:avLst/>
              <a:gdLst>
                <a:gd name="connsiteX0" fmla="*/ 135035 w 1170299"/>
                <a:gd name="connsiteY0" fmla="*/ 0 h 270073"/>
                <a:gd name="connsiteX1" fmla="*/ 1035265 w 1170299"/>
                <a:gd name="connsiteY1" fmla="*/ 0 h 270073"/>
                <a:gd name="connsiteX2" fmla="*/ 1170300 w 1170299"/>
                <a:gd name="connsiteY2" fmla="*/ 135037 h 270073"/>
                <a:gd name="connsiteX3" fmla="*/ 1035265 w 1170299"/>
                <a:gd name="connsiteY3" fmla="*/ 270073 h 270073"/>
                <a:gd name="connsiteX4" fmla="*/ 135035 w 1170299"/>
                <a:gd name="connsiteY4" fmla="*/ 270073 h 270073"/>
                <a:gd name="connsiteX5" fmla="*/ 0 w 1170299"/>
                <a:gd name="connsiteY5" fmla="*/ 135037 h 270073"/>
                <a:gd name="connsiteX6" fmla="*/ 135035 w 1170299"/>
                <a:gd name="connsiteY6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0299" h="270073">
                  <a:moveTo>
                    <a:pt x="135035" y="0"/>
                  </a:moveTo>
                  <a:lnTo>
                    <a:pt x="1035265" y="0"/>
                  </a:lnTo>
                  <a:cubicBezTo>
                    <a:pt x="1111785" y="0"/>
                    <a:pt x="1170300" y="58516"/>
                    <a:pt x="1170300" y="135037"/>
                  </a:cubicBezTo>
                  <a:cubicBezTo>
                    <a:pt x="1170300" y="211557"/>
                    <a:pt x="1111785" y="270073"/>
                    <a:pt x="1035265" y="270073"/>
                  </a:cubicBezTo>
                  <a:lnTo>
                    <a:pt x="135035" y="270073"/>
                  </a:lnTo>
                  <a:cubicBezTo>
                    <a:pt x="58515" y="270073"/>
                    <a:pt x="0" y="211557"/>
                    <a:pt x="0" y="135037"/>
                  </a:cubicBezTo>
                  <a:cubicBezTo>
                    <a:pt x="0" y="58516"/>
                    <a:pt x="58515" y="0"/>
                    <a:pt x="135035" y="0"/>
                  </a:cubicBez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7649C1-EC35-8A9B-D8DE-BA39C4E7DC9E}"/>
                </a:ext>
              </a:extLst>
            </p:cNvPr>
            <p:cNvSpPr/>
            <p:nvPr/>
          </p:nvSpPr>
          <p:spPr>
            <a:xfrm>
              <a:off x="11170930" y="5078951"/>
              <a:ext cx="585149" cy="270073"/>
            </a:xfrm>
            <a:custGeom>
              <a:avLst/>
              <a:gdLst>
                <a:gd name="connsiteX0" fmla="*/ 0 w 585149"/>
                <a:gd name="connsiteY0" fmla="*/ 0 h 270073"/>
                <a:gd name="connsiteX1" fmla="*/ 292575 w 585149"/>
                <a:gd name="connsiteY1" fmla="*/ 270073 h 270073"/>
                <a:gd name="connsiteX2" fmla="*/ 585150 w 585149"/>
                <a:gd name="connsiteY2" fmla="*/ 0 h 270073"/>
                <a:gd name="connsiteX3" fmla="*/ 0 w 585149"/>
                <a:gd name="connsiteY3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149" h="270073">
                  <a:moveTo>
                    <a:pt x="0" y="0"/>
                  </a:moveTo>
                  <a:cubicBezTo>
                    <a:pt x="13503" y="153042"/>
                    <a:pt x="139536" y="270073"/>
                    <a:pt x="292575" y="270073"/>
                  </a:cubicBezTo>
                  <a:cubicBezTo>
                    <a:pt x="445614" y="270073"/>
                    <a:pt x="571646" y="153042"/>
                    <a:pt x="5851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B5686DB-45A5-BDE3-82C2-28C90CD17561}"/>
                </a:ext>
              </a:extLst>
            </p:cNvPr>
            <p:cNvSpPr/>
            <p:nvPr/>
          </p:nvSpPr>
          <p:spPr>
            <a:xfrm>
              <a:off x="10293205" y="1567996"/>
              <a:ext cx="2340599" cy="2430660"/>
            </a:xfrm>
            <a:custGeom>
              <a:avLst/>
              <a:gdLst>
                <a:gd name="connsiteX0" fmla="*/ 1170300 w 2340599"/>
                <a:gd name="connsiteY0" fmla="*/ 0 h 2430660"/>
                <a:gd name="connsiteX1" fmla="*/ 1170300 w 2340599"/>
                <a:gd name="connsiteY1" fmla="*/ 0 h 2430660"/>
                <a:gd name="connsiteX2" fmla="*/ 1170300 w 2340599"/>
                <a:gd name="connsiteY2" fmla="*/ 0 h 2430660"/>
                <a:gd name="connsiteX3" fmla="*/ 0 w 2340599"/>
                <a:gd name="connsiteY3" fmla="*/ 1156815 h 2430660"/>
                <a:gd name="connsiteX4" fmla="*/ 0 w 2340599"/>
                <a:gd name="connsiteY4" fmla="*/ 1197326 h 2430660"/>
                <a:gd name="connsiteX5" fmla="*/ 81021 w 2340599"/>
                <a:gd name="connsiteY5" fmla="*/ 1602436 h 2430660"/>
                <a:gd name="connsiteX6" fmla="*/ 283573 w 2340599"/>
                <a:gd name="connsiteY6" fmla="*/ 1935526 h 2430660"/>
                <a:gd name="connsiteX7" fmla="*/ 558143 w 2340599"/>
                <a:gd name="connsiteY7" fmla="*/ 2381148 h 2430660"/>
                <a:gd name="connsiteX8" fmla="*/ 639164 w 2340599"/>
                <a:gd name="connsiteY8" fmla="*/ 2430661 h 2430660"/>
                <a:gd name="connsiteX9" fmla="*/ 1701436 w 2340599"/>
                <a:gd name="connsiteY9" fmla="*/ 2430661 h 2430660"/>
                <a:gd name="connsiteX10" fmla="*/ 1782456 w 2340599"/>
                <a:gd name="connsiteY10" fmla="*/ 2381148 h 2430660"/>
                <a:gd name="connsiteX11" fmla="*/ 2057027 w 2340599"/>
                <a:gd name="connsiteY11" fmla="*/ 1935526 h 2430660"/>
                <a:gd name="connsiteX12" fmla="*/ 2259579 w 2340599"/>
                <a:gd name="connsiteY12" fmla="*/ 1602436 h 2430660"/>
                <a:gd name="connsiteX13" fmla="*/ 2340600 w 2340599"/>
                <a:gd name="connsiteY13" fmla="*/ 1197326 h 2430660"/>
                <a:gd name="connsiteX14" fmla="*/ 2340600 w 2340599"/>
                <a:gd name="connsiteY14" fmla="*/ 1156815 h 2430660"/>
                <a:gd name="connsiteX15" fmla="*/ 1170300 w 2340599"/>
                <a:gd name="connsiteY15" fmla="*/ 0 h 2430660"/>
                <a:gd name="connsiteX16" fmla="*/ 2070530 w 2340599"/>
                <a:gd name="connsiteY16" fmla="*/ 1192824 h 2430660"/>
                <a:gd name="connsiteX17" fmla="*/ 2007514 w 2340599"/>
                <a:gd name="connsiteY17" fmla="*/ 1507910 h 2430660"/>
                <a:gd name="connsiteX18" fmla="*/ 1854475 w 2340599"/>
                <a:gd name="connsiteY18" fmla="*/ 1755477 h 2430660"/>
                <a:gd name="connsiteX19" fmla="*/ 1593408 w 2340599"/>
                <a:gd name="connsiteY19" fmla="*/ 2160588 h 2430660"/>
                <a:gd name="connsiteX20" fmla="*/ 1170300 w 2340599"/>
                <a:gd name="connsiteY20" fmla="*/ 2160588 h 2430660"/>
                <a:gd name="connsiteX21" fmla="*/ 751693 w 2340599"/>
                <a:gd name="connsiteY21" fmla="*/ 2160588 h 2430660"/>
                <a:gd name="connsiteX22" fmla="*/ 490626 w 2340599"/>
                <a:gd name="connsiteY22" fmla="*/ 1755477 h 2430660"/>
                <a:gd name="connsiteX23" fmla="*/ 337586 w 2340599"/>
                <a:gd name="connsiteY23" fmla="*/ 1507910 h 2430660"/>
                <a:gd name="connsiteX24" fmla="*/ 274570 w 2340599"/>
                <a:gd name="connsiteY24" fmla="*/ 1192824 h 2430660"/>
                <a:gd name="connsiteX25" fmla="*/ 274570 w 2340599"/>
                <a:gd name="connsiteY25" fmla="*/ 1156815 h 2430660"/>
                <a:gd name="connsiteX26" fmla="*/ 1174801 w 2340599"/>
                <a:gd name="connsiteY26" fmla="*/ 265572 h 2430660"/>
                <a:gd name="connsiteX27" fmla="*/ 1174801 w 2340599"/>
                <a:gd name="connsiteY27" fmla="*/ 265572 h 2430660"/>
                <a:gd name="connsiteX28" fmla="*/ 1174801 w 2340599"/>
                <a:gd name="connsiteY28" fmla="*/ 265572 h 2430660"/>
                <a:gd name="connsiteX29" fmla="*/ 1174801 w 2340599"/>
                <a:gd name="connsiteY29" fmla="*/ 265572 h 2430660"/>
                <a:gd name="connsiteX30" fmla="*/ 1174801 w 2340599"/>
                <a:gd name="connsiteY30" fmla="*/ 265572 h 2430660"/>
                <a:gd name="connsiteX31" fmla="*/ 1174801 w 2340599"/>
                <a:gd name="connsiteY31" fmla="*/ 265572 h 2430660"/>
                <a:gd name="connsiteX32" fmla="*/ 1174801 w 2340599"/>
                <a:gd name="connsiteY32" fmla="*/ 265572 h 2430660"/>
                <a:gd name="connsiteX33" fmla="*/ 2075031 w 2340599"/>
                <a:gd name="connsiteY33" fmla="*/ 1156815 h 2430660"/>
                <a:gd name="connsiteX34" fmla="*/ 2075031 w 2340599"/>
                <a:gd name="connsiteY34" fmla="*/ 1192824 h 243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340599" h="2430660">
                  <a:moveTo>
                    <a:pt x="1170300" y="0"/>
                  </a:moveTo>
                  <a:cubicBezTo>
                    <a:pt x="1170300" y="0"/>
                    <a:pt x="1170300" y="0"/>
                    <a:pt x="1170300" y="0"/>
                  </a:cubicBezTo>
                  <a:cubicBezTo>
                    <a:pt x="1170300" y="0"/>
                    <a:pt x="1170300" y="0"/>
                    <a:pt x="1170300" y="0"/>
                  </a:cubicBezTo>
                  <a:cubicBezTo>
                    <a:pt x="531136" y="4501"/>
                    <a:pt x="13503" y="517641"/>
                    <a:pt x="0" y="1156815"/>
                  </a:cubicBezTo>
                  <a:lnTo>
                    <a:pt x="0" y="1197326"/>
                  </a:lnTo>
                  <a:cubicBezTo>
                    <a:pt x="4501" y="1336864"/>
                    <a:pt x="31508" y="1471900"/>
                    <a:pt x="81021" y="1602436"/>
                  </a:cubicBezTo>
                  <a:cubicBezTo>
                    <a:pt x="130533" y="1723969"/>
                    <a:pt x="198051" y="1836499"/>
                    <a:pt x="283573" y="1935526"/>
                  </a:cubicBezTo>
                  <a:cubicBezTo>
                    <a:pt x="391600" y="2052558"/>
                    <a:pt x="508630" y="2282121"/>
                    <a:pt x="558143" y="2381148"/>
                  </a:cubicBezTo>
                  <a:cubicBezTo>
                    <a:pt x="571646" y="2412656"/>
                    <a:pt x="603155" y="2430661"/>
                    <a:pt x="639164" y="2430661"/>
                  </a:cubicBezTo>
                  <a:lnTo>
                    <a:pt x="1701436" y="2430661"/>
                  </a:lnTo>
                  <a:cubicBezTo>
                    <a:pt x="1737445" y="2430661"/>
                    <a:pt x="1768953" y="2412656"/>
                    <a:pt x="1782456" y="2381148"/>
                  </a:cubicBezTo>
                  <a:cubicBezTo>
                    <a:pt x="1831969" y="2282121"/>
                    <a:pt x="1948999" y="2052558"/>
                    <a:pt x="2057027" y="1935526"/>
                  </a:cubicBezTo>
                  <a:cubicBezTo>
                    <a:pt x="2142549" y="1836499"/>
                    <a:pt x="2214567" y="1723969"/>
                    <a:pt x="2259579" y="1602436"/>
                  </a:cubicBezTo>
                  <a:cubicBezTo>
                    <a:pt x="2309092" y="1471900"/>
                    <a:pt x="2336098" y="1336864"/>
                    <a:pt x="2340600" y="1197326"/>
                  </a:cubicBezTo>
                  <a:lnTo>
                    <a:pt x="2340600" y="1156815"/>
                  </a:lnTo>
                  <a:cubicBezTo>
                    <a:pt x="2327096" y="517641"/>
                    <a:pt x="1809463" y="4501"/>
                    <a:pt x="1170300" y="0"/>
                  </a:cubicBezTo>
                  <a:close/>
                  <a:moveTo>
                    <a:pt x="2070530" y="1192824"/>
                  </a:moveTo>
                  <a:cubicBezTo>
                    <a:pt x="2066029" y="1300854"/>
                    <a:pt x="2043523" y="1408883"/>
                    <a:pt x="2007514" y="1507910"/>
                  </a:cubicBezTo>
                  <a:cubicBezTo>
                    <a:pt x="1971505" y="1597935"/>
                    <a:pt x="1921992" y="1683458"/>
                    <a:pt x="1854475" y="1755477"/>
                  </a:cubicBezTo>
                  <a:cubicBezTo>
                    <a:pt x="1750949" y="1881512"/>
                    <a:pt x="1660925" y="2016548"/>
                    <a:pt x="1593408" y="2160588"/>
                  </a:cubicBezTo>
                  <a:lnTo>
                    <a:pt x="1170300" y="2160588"/>
                  </a:lnTo>
                  <a:lnTo>
                    <a:pt x="751693" y="2160588"/>
                  </a:lnTo>
                  <a:cubicBezTo>
                    <a:pt x="679674" y="2016548"/>
                    <a:pt x="589651" y="1881512"/>
                    <a:pt x="490626" y="1755477"/>
                  </a:cubicBezTo>
                  <a:cubicBezTo>
                    <a:pt x="427610" y="1683458"/>
                    <a:pt x="373596" y="1597935"/>
                    <a:pt x="337586" y="1507910"/>
                  </a:cubicBezTo>
                  <a:cubicBezTo>
                    <a:pt x="297076" y="1408883"/>
                    <a:pt x="279072" y="1300854"/>
                    <a:pt x="274570" y="1192824"/>
                  </a:cubicBezTo>
                  <a:lnTo>
                    <a:pt x="274570" y="1156815"/>
                  </a:lnTo>
                  <a:cubicBezTo>
                    <a:pt x="283573" y="666181"/>
                    <a:pt x="684175" y="270073"/>
                    <a:pt x="1174801" y="265572"/>
                  </a:cubicBezTo>
                  <a:lnTo>
                    <a:pt x="1174801" y="265572"/>
                  </a:lnTo>
                  <a:lnTo>
                    <a:pt x="1174801" y="265572"/>
                  </a:lnTo>
                  <a:cubicBezTo>
                    <a:pt x="1174801" y="265572"/>
                    <a:pt x="1174801" y="265572"/>
                    <a:pt x="1174801" y="265572"/>
                  </a:cubicBezTo>
                  <a:cubicBezTo>
                    <a:pt x="1174801" y="265572"/>
                    <a:pt x="1174801" y="265572"/>
                    <a:pt x="1174801" y="265572"/>
                  </a:cubicBezTo>
                  <a:lnTo>
                    <a:pt x="1174801" y="265572"/>
                  </a:lnTo>
                  <a:lnTo>
                    <a:pt x="1174801" y="265572"/>
                  </a:lnTo>
                  <a:cubicBezTo>
                    <a:pt x="1665427" y="270073"/>
                    <a:pt x="2066029" y="661680"/>
                    <a:pt x="2075031" y="1156815"/>
                  </a:cubicBezTo>
                  <a:lnTo>
                    <a:pt x="2075031" y="1192824"/>
                  </a:ln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F3931834-2B77-E86B-4C07-9B6A4CC65707}"/>
              </a:ext>
            </a:extLst>
          </p:cNvPr>
          <p:cNvSpPr txBox="1"/>
          <p:nvPr/>
        </p:nvSpPr>
        <p:spPr>
          <a:xfrm>
            <a:off x="1369695" y="1197933"/>
            <a:ext cx="8934449" cy="159325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300000"/>
              </a:lnSpc>
              <a:buClr>
                <a:srgbClr val="97CA3D"/>
              </a:buClr>
            </a:pPr>
            <a:r>
              <a:rPr lang="en-US" sz="4000" dirty="0">
                <a:solidFill>
                  <a:srgbClr val="98C242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Incremental Process Model</a:t>
            </a:r>
            <a:endParaRPr lang="ar-SY" sz="4000" dirty="0">
              <a:solidFill>
                <a:srgbClr val="98C242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B712844-C7A9-EC6C-C5C9-726F15F1945C}"/>
              </a:ext>
            </a:extLst>
          </p:cNvPr>
          <p:cNvSpPr txBox="1">
            <a:spLocks/>
          </p:cNvSpPr>
          <p:nvPr/>
        </p:nvSpPr>
        <p:spPr>
          <a:xfrm>
            <a:off x="1876214" y="715721"/>
            <a:ext cx="842793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ar-SY" sz="2800" dirty="0">
                <a:solidFill>
                  <a:srgbClr val="B271A7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النموذج الإجرائي المستخدم </a:t>
            </a:r>
            <a:r>
              <a:rPr lang="en-US" sz="2800" dirty="0">
                <a:solidFill>
                  <a:srgbClr val="B271A7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(</a:t>
            </a:r>
            <a:r>
              <a:rPr lang="en-US" sz="2800" dirty="0">
                <a:solidFill>
                  <a:srgbClr val="B271A7"/>
                </a:solidFill>
                <a:latin typeface="Arial Rounded MT Bold" panose="020F0704030504030204" pitchFamily="34" charset="0"/>
                <a:ea typeface="GE SS Two Bold" panose="020A0503020102020204" pitchFamily="18" charset="-78"/>
                <a:cs typeface="GE SS Two Bold" panose="020A0503020102020204" pitchFamily="18" charset="-78"/>
              </a:rPr>
              <a:t>Process Model</a:t>
            </a:r>
            <a:r>
              <a:rPr lang="en-US" sz="2800" dirty="0">
                <a:solidFill>
                  <a:srgbClr val="B271A7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) </a:t>
            </a:r>
            <a:endParaRPr lang="en-ID" sz="2800" dirty="0">
              <a:solidFill>
                <a:srgbClr val="B271A7"/>
              </a:solidFill>
              <a:latin typeface="GE SS Two Bold" panose="020A0503020102020204" pitchFamily="18" charset="-78"/>
              <a:ea typeface="GE SS Two Bold" panose="020A0503020102020204" pitchFamily="18" charset="-78"/>
              <a:cs typeface="GE SS Two Bold" panose="020A0503020102020204" pitchFamily="18" charset="-78"/>
            </a:endParaRPr>
          </a:p>
        </p:txBody>
      </p:sp>
      <p:pic>
        <p:nvPicPr>
          <p:cNvPr id="20" name="صورة 19">
            <a:extLst>
              <a:ext uri="{FF2B5EF4-FFF2-40B4-BE49-F238E27FC236}">
                <a16:creationId xmlns:a16="http://schemas.microsoft.com/office/drawing/2014/main" id="{1328DA77-F403-679E-0849-B32D66713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814" y="3154510"/>
            <a:ext cx="4130210" cy="413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6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2">
            <a:extLst>
              <a:ext uri="{FF2B5EF4-FFF2-40B4-BE49-F238E27FC236}">
                <a16:creationId xmlns:a16="http://schemas.microsoft.com/office/drawing/2014/main" id="{8CABA421-4DAD-40C5-A3EA-45EC47BFE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3540" y="-1"/>
            <a:ext cx="166755" cy="6856582"/>
          </a:xfrm>
          <a:custGeom>
            <a:avLst/>
            <a:gdLst>
              <a:gd name="T0" fmla="*/ 375 w 376"/>
              <a:gd name="T1" fmla="*/ 15410 h 15411"/>
              <a:gd name="T2" fmla="*/ 0 w 376"/>
              <a:gd name="T3" fmla="*/ 15410 h 15411"/>
              <a:gd name="T4" fmla="*/ 0 w 376"/>
              <a:gd name="T5" fmla="*/ 0 h 15411"/>
              <a:gd name="T6" fmla="*/ 375 w 376"/>
              <a:gd name="T7" fmla="*/ 0 h 15411"/>
              <a:gd name="T8" fmla="*/ 375 w 376"/>
              <a:gd name="T9" fmla="*/ 15410 h 15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6" h="15411">
                <a:moveTo>
                  <a:pt x="375" y="15410"/>
                </a:moveTo>
                <a:lnTo>
                  <a:pt x="0" y="15410"/>
                </a:lnTo>
                <a:lnTo>
                  <a:pt x="0" y="0"/>
                </a:lnTo>
                <a:lnTo>
                  <a:pt x="375" y="0"/>
                </a:lnTo>
                <a:lnTo>
                  <a:pt x="375" y="15410"/>
                </a:lnTo>
              </a:path>
            </a:pathLst>
          </a:custGeom>
          <a:solidFill>
            <a:schemeClr val="bg1">
              <a:lumMod val="65000"/>
              <a:alpha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6" dirty="0">
              <a:latin typeface="Montserrat" panose="00000500000000000000" pitchFamily="2" charset="0"/>
            </a:endParaRPr>
          </a:p>
        </p:txBody>
      </p:sp>
      <p:sp>
        <p:nvSpPr>
          <p:cNvPr id="79" name="Freeform 3">
            <a:extLst>
              <a:ext uri="{FF2B5EF4-FFF2-40B4-BE49-F238E27FC236}">
                <a16:creationId xmlns:a16="http://schemas.microsoft.com/office/drawing/2014/main" id="{AE544258-A08B-4F6B-9D94-D544D0D56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89676" y="319610"/>
            <a:ext cx="6229846" cy="6252512"/>
          </a:xfrm>
          <a:custGeom>
            <a:avLst/>
            <a:gdLst>
              <a:gd name="T0" fmla="*/ 4837 w 10993"/>
              <a:gd name="T1" fmla="*/ 10610 h 10991"/>
              <a:gd name="T2" fmla="*/ 381 w 10993"/>
              <a:gd name="T3" fmla="*/ 6154 h 10991"/>
              <a:gd name="T4" fmla="*/ 381 w 10993"/>
              <a:gd name="T5" fmla="*/ 6154 h 10991"/>
              <a:gd name="T6" fmla="*/ 381 w 10993"/>
              <a:gd name="T7" fmla="*/ 4769 h 10991"/>
              <a:gd name="T8" fmla="*/ 4770 w 10993"/>
              <a:gd name="T9" fmla="*/ 381 h 10991"/>
              <a:gd name="T10" fmla="*/ 4770 w 10993"/>
              <a:gd name="T11" fmla="*/ 381 h 10991"/>
              <a:gd name="T12" fmla="*/ 6155 w 10993"/>
              <a:gd name="T13" fmla="*/ 381 h 10991"/>
              <a:gd name="T14" fmla="*/ 10611 w 10993"/>
              <a:gd name="T15" fmla="*/ 4836 h 10991"/>
              <a:gd name="T16" fmla="*/ 10611 w 10993"/>
              <a:gd name="T17" fmla="*/ 4836 h 10991"/>
              <a:gd name="T18" fmla="*/ 10611 w 10993"/>
              <a:gd name="T19" fmla="*/ 6220 h 10991"/>
              <a:gd name="T20" fmla="*/ 6222 w 10993"/>
              <a:gd name="T21" fmla="*/ 10610 h 10991"/>
              <a:gd name="T22" fmla="*/ 6222 w 10993"/>
              <a:gd name="T23" fmla="*/ 10610 h 10991"/>
              <a:gd name="T24" fmla="*/ 4837 w 10993"/>
              <a:gd name="T25" fmla="*/ 10610 h 10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3" h="10991">
                <a:moveTo>
                  <a:pt x="4837" y="10610"/>
                </a:moveTo>
                <a:lnTo>
                  <a:pt x="381" y="6154"/>
                </a:lnTo>
                <a:lnTo>
                  <a:pt x="381" y="6154"/>
                </a:lnTo>
                <a:cubicBezTo>
                  <a:pt x="0" y="5773"/>
                  <a:pt x="0" y="5150"/>
                  <a:pt x="381" y="4769"/>
                </a:cubicBezTo>
                <a:lnTo>
                  <a:pt x="4770" y="381"/>
                </a:lnTo>
                <a:lnTo>
                  <a:pt x="4770" y="381"/>
                </a:lnTo>
                <a:cubicBezTo>
                  <a:pt x="5151" y="0"/>
                  <a:pt x="5774" y="0"/>
                  <a:pt x="6155" y="381"/>
                </a:cubicBezTo>
                <a:lnTo>
                  <a:pt x="10611" y="4836"/>
                </a:lnTo>
                <a:lnTo>
                  <a:pt x="10611" y="4836"/>
                </a:lnTo>
                <a:cubicBezTo>
                  <a:pt x="10992" y="5216"/>
                  <a:pt x="10992" y="5839"/>
                  <a:pt x="10611" y="6220"/>
                </a:cubicBezTo>
                <a:lnTo>
                  <a:pt x="6222" y="10610"/>
                </a:lnTo>
                <a:lnTo>
                  <a:pt x="6222" y="10610"/>
                </a:lnTo>
                <a:cubicBezTo>
                  <a:pt x="5842" y="10990"/>
                  <a:pt x="5218" y="10990"/>
                  <a:pt x="4837" y="10610"/>
                </a:cubicBezTo>
              </a:path>
            </a:pathLst>
          </a:custGeom>
          <a:solidFill>
            <a:srgbClr val="B271A7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6" dirty="0">
              <a:latin typeface="Montserrat" panose="00000500000000000000" pitchFamily="2" charset="0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8F9FF8F-34CD-4D9B-AE64-0CAF7B9026E8}"/>
              </a:ext>
            </a:extLst>
          </p:cNvPr>
          <p:cNvGrpSpPr/>
          <p:nvPr/>
        </p:nvGrpSpPr>
        <p:grpSpPr>
          <a:xfrm>
            <a:off x="-1952443" y="2582329"/>
            <a:ext cx="4388605" cy="2154085"/>
            <a:chOff x="2550374" y="6485795"/>
            <a:chExt cx="8777209" cy="4308170"/>
          </a:xfrm>
        </p:grpSpPr>
        <p:sp>
          <p:nvSpPr>
            <p:cNvPr id="81" name="Freeform 4">
              <a:extLst>
                <a:ext uri="{FF2B5EF4-FFF2-40B4-BE49-F238E27FC236}">
                  <a16:creationId xmlns:a16="http://schemas.microsoft.com/office/drawing/2014/main" id="{29613F45-B4F4-4E1C-A126-738CE8D2D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042" y="6485795"/>
              <a:ext cx="6988026" cy="4009972"/>
            </a:xfrm>
            <a:custGeom>
              <a:avLst/>
              <a:gdLst>
                <a:gd name="T0" fmla="*/ 7574 w 7855"/>
                <a:gd name="T1" fmla="*/ 4504 h 4505"/>
                <a:gd name="T2" fmla="*/ 3927 w 7855"/>
                <a:gd name="T3" fmla="*/ 4504 h 4505"/>
                <a:gd name="T4" fmla="*/ 280 w 7855"/>
                <a:gd name="T5" fmla="*/ 4504 h 4505"/>
                <a:gd name="T6" fmla="*/ 280 w 7855"/>
                <a:gd name="T7" fmla="*/ 4504 h 4505"/>
                <a:gd name="T8" fmla="*/ 82 w 7855"/>
                <a:gd name="T9" fmla="*/ 4422 h 4505"/>
                <a:gd name="T10" fmla="*/ 82 w 7855"/>
                <a:gd name="T11" fmla="*/ 4422 h 4505"/>
                <a:gd name="T12" fmla="*/ 0 w 7855"/>
                <a:gd name="T13" fmla="*/ 4224 h 4505"/>
                <a:gd name="T14" fmla="*/ 0 w 7855"/>
                <a:gd name="T15" fmla="*/ 2252 h 4505"/>
                <a:gd name="T16" fmla="*/ 0 w 7855"/>
                <a:gd name="T17" fmla="*/ 281 h 4505"/>
                <a:gd name="T18" fmla="*/ 0 w 7855"/>
                <a:gd name="T19" fmla="*/ 281 h 4505"/>
                <a:gd name="T20" fmla="*/ 82 w 7855"/>
                <a:gd name="T21" fmla="*/ 82 h 4505"/>
                <a:gd name="T22" fmla="*/ 82 w 7855"/>
                <a:gd name="T23" fmla="*/ 82 h 4505"/>
                <a:gd name="T24" fmla="*/ 280 w 7855"/>
                <a:gd name="T25" fmla="*/ 0 h 4505"/>
                <a:gd name="T26" fmla="*/ 3927 w 7855"/>
                <a:gd name="T27" fmla="*/ 0 h 4505"/>
                <a:gd name="T28" fmla="*/ 7574 w 7855"/>
                <a:gd name="T29" fmla="*/ 0 h 4505"/>
                <a:gd name="T30" fmla="*/ 7574 w 7855"/>
                <a:gd name="T31" fmla="*/ 0 h 4505"/>
                <a:gd name="T32" fmla="*/ 7772 w 7855"/>
                <a:gd name="T33" fmla="*/ 82 h 4505"/>
                <a:gd name="T34" fmla="*/ 7772 w 7855"/>
                <a:gd name="T35" fmla="*/ 82 h 4505"/>
                <a:gd name="T36" fmla="*/ 7854 w 7855"/>
                <a:gd name="T37" fmla="*/ 281 h 4505"/>
                <a:gd name="T38" fmla="*/ 7854 w 7855"/>
                <a:gd name="T39" fmla="*/ 2252 h 4505"/>
                <a:gd name="T40" fmla="*/ 7854 w 7855"/>
                <a:gd name="T41" fmla="*/ 4224 h 4505"/>
                <a:gd name="T42" fmla="*/ 7854 w 7855"/>
                <a:gd name="T43" fmla="*/ 4224 h 4505"/>
                <a:gd name="T44" fmla="*/ 7772 w 7855"/>
                <a:gd name="T45" fmla="*/ 4422 h 4505"/>
                <a:gd name="T46" fmla="*/ 7772 w 7855"/>
                <a:gd name="T47" fmla="*/ 4422 h 4505"/>
                <a:gd name="T48" fmla="*/ 7574 w 7855"/>
                <a:gd name="T49" fmla="*/ 4504 h 4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855" h="4505">
                  <a:moveTo>
                    <a:pt x="7574" y="4504"/>
                  </a:moveTo>
                  <a:lnTo>
                    <a:pt x="3927" y="4504"/>
                  </a:lnTo>
                  <a:lnTo>
                    <a:pt x="280" y="4504"/>
                  </a:lnTo>
                  <a:lnTo>
                    <a:pt x="280" y="4504"/>
                  </a:lnTo>
                  <a:cubicBezTo>
                    <a:pt x="203" y="4504"/>
                    <a:pt x="133" y="4472"/>
                    <a:pt x="82" y="4422"/>
                  </a:cubicBezTo>
                  <a:lnTo>
                    <a:pt x="82" y="4422"/>
                  </a:lnTo>
                  <a:cubicBezTo>
                    <a:pt x="31" y="4371"/>
                    <a:pt x="0" y="4301"/>
                    <a:pt x="0" y="4224"/>
                  </a:cubicBezTo>
                  <a:lnTo>
                    <a:pt x="0" y="2252"/>
                  </a:lnTo>
                  <a:lnTo>
                    <a:pt x="0" y="281"/>
                  </a:lnTo>
                  <a:lnTo>
                    <a:pt x="0" y="281"/>
                  </a:lnTo>
                  <a:cubicBezTo>
                    <a:pt x="0" y="203"/>
                    <a:pt x="31" y="133"/>
                    <a:pt x="82" y="82"/>
                  </a:cubicBezTo>
                  <a:lnTo>
                    <a:pt x="82" y="82"/>
                  </a:lnTo>
                  <a:cubicBezTo>
                    <a:pt x="133" y="32"/>
                    <a:pt x="203" y="0"/>
                    <a:pt x="280" y="0"/>
                  </a:cubicBezTo>
                  <a:lnTo>
                    <a:pt x="3927" y="0"/>
                  </a:lnTo>
                  <a:lnTo>
                    <a:pt x="7574" y="0"/>
                  </a:lnTo>
                  <a:lnTo>
                    <a:pt x="7574" y="0"/>
                  </a:lnTo>
                  <a:cubicBezTo>
                    <a:pt x="7651" y="0"/>
                    <a:pt x="7721" y="32"/>
                    <a:pt x="7772" y="82"/>
                  </a:cubicBezTo>
                  <a:lnTo>
                    <a:pt x="7772" y="82"/>
                  </a:lnTo>
                  <a:cubicBezTo>
                    <a:pt x="7823" y="133"/>
                    <a:pt x="7854" y="203"/>
                    <a:pt x="7854" y="281"/>
                  </a:cubicBezTo>
                  <a:lnTo>
                    <a:pt x="7854" y="2252"/>
                  </a:lnTo>
                  <a:lnTo>
                    <a:pt x="7854" y="4224"/>
                  </a:lnTo>
                  <a:lnTo>
                    <a:pt x="7854" y="4224"/>
                  </a:lnTo>
                  <a:cubicBezTo>
                    <a:pt x="7854" y="4301"/>
                    <a:pt x="7823" y="4371"/>
                    <a:pt x="7772" y="4422"/>
                  </a:cubicBezTo>
                  <a:lnTo>
                    <a:pt x="7772" y="4422"/>
                  </a:lnTo>
                  <a:cubicBezTo>
                    <a:pt x="7721" y="4472"/>
                    <a:pt x="7651" y="4504"/>
                    <a:pt x="7574" y="4504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82" name="Freeform 5">
              <a:extLst>
                <a:ext uri="{FF2B5EF4-FFF2-40B4-BE49-F238E27FC236}">
                  <a16:creationId xmlns:a16="http://schemas.microsoft.com/office/drawing/2014/main" id="{3DB74FBD-FA9B-424A-B49F-611E0DCEF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928" y="6725139"/>
              <a:ext cx="6470101" cy="3174233"/>
            </a:xfrm>
            <a:custGeom>
              <a:avLst/>
              <a:gdLst>
                <a:gd name="T0" fmla="*/ 7181 w 7270"/>
                <a:gd name="T1" fmla="*/ 3567 h 3568"/>
                <a:gd name="T2" fmla="*/ 3634 w 7270"/>
                <a:gd name="T3" fmla="*/ 3567 h 3568"/>
                <a:gd name="T4" fmla="*/ 88 w 7270"/>
                <a:gd name="T5" fmla="*/ 3567 h 3568"/>
                <a:gd name="T6" fmla="*/ 88 w 7270"/>
                <a:gd name="T7" fmla="*/ 3567 h 3568"/>
                <a:gd name="T8" fmla="*/ 26 w 7270"/>
                <a:gd name="T9" fmla="*/ 3541 h 3568"/>
                <a:gd name="T10" fmla="*/ 26 w 7270"/>
                <a:gd name="T11" fmla="*/ 3541 h 3568"/>
                <a:gd name="T12" fmla="*/ 0 w 7270"/>
                <a:gd name="T13" fmla="*/ 3480 h 3568"/>
                <a:gd name="T14" fmla="*/ 0 w 7270"/>
                <a:gd name="T15" fmla="*/ 1783 h 3568"/>
                <a:gd name="T16" fmla="*/ 0 w 7270"/>
                <a:gd name="T17" fmla="*/ 88 h 3568"/>
                <a:gd name="T18" fmla="*/ 0 w 7270"/>
                <a:gd name="T19" fmla="*/ 88 h 3568"/>
                <a:gd name="T20" fmla="*/ 26 w 7270"/>
                <a:gd name="T21" fmla="*/ 26 h 3568"/>
                <a:gd name="T22" fmla="*/ 26 w 7270"/>
                <a:gd name="T23" fmla="*/ 26 h 3568"/>
                <a:gd name="T24" fmla="*/ 88 w 7270"/>
                <a:gd name="T25" fmla="*/ 0 h 3568"/>
                <a:gd name="T26" fmla="*/ 3634 w 7270"/>
                <a:gd name="T27" fmla="*/ 0 h 3568"/>
                <a:gd name="T28" fmla="*/ 7181 w 7270"/>
                <a:gd name="T29" fmla="*/ 0 h 3568"/>
                <a:gd name="T30" fmla="*/ 7181 w 7270"/>
                <a:gd name="T31" fmla="*/ 0 h 3568"/>
                <a:gd name="T32" fmla="*/ 7243 w 7270"/>
                <a:gd name="T33" fmla="*/ 26 h 3568"/>
                <a:gd name="T34" fmla="*/ 7243 w 7270"/>
                <a:gd name="T35" fmla="*/ 26 h 3568"/>
                <a:gd name="T36" fmla="*/ 7269 w 7270"/>
                <a:gd name="T37" fmla="*/ 88 h 3568"/>
                <a:gd name="T38" fmla="*/ 7269 w 7270"/>
                <a:gd name="T39" fmla="*/ 1783 h 3568"/>
                <a:gd name="T40" fmla="*/ 7269 w 7270"/>
                <a:gd name="T41" fmla="*/ 3480 h 3568"/>
                <a:gd name="T42" fmla="*/ 7269 w 7270"/>
                <a:gd name="T43" fmla="*/ 3480 h 3568"/>
                <a:gd name="T44" fmla="*/ 7243 w 7270"/>
                <a:gd name="T45" fmla="*/ 3541 h 3568"/>
                <a:gd name="T46" fmla="*/ 7243 w 7270"/>
                <a:gd name="T47" fmla="*/ 3541 h 3568"/>
                <a:gd name="T48" fmla="*/ 7181 w 7270"/>
                <a:gd name="T49" fmla="*/ 3567 h 3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7270" h="3568">
                  <a:moveTo>
                    <a:pt x="7181" y="3567"/>
                  </a:moveTo>
                  <a:lnTo>
                    <a:pt x="3634" y="3567"/>
                  </a:lnTo>
                  <a:lnTo>
                    <a:pt x="88" y="3567"/>
                  </a:lnTo>
                  <a:lnTo>
                    <a:pt x="88" y="3567"/>
                  </a:lnTo>
                  <a:cubicBezTo>
                    <a:pt x="63" y="3567"/>
                    <a:pt x="41" y="3556"/>
                    <a:pt x="26" y="3541"/>
                  </a:cubicBezTo>
                  <a:lnTo>
                    <a:pt x="26" y="3541"/>
                  </a:lnTo>
                  <a:cubicBezTo>
                    <a:pt x="10" y="3525"/>
                    <a:pt x="0" y="3503"/>
                    <a:pt x="0" y="3480"/>
                  </a:cubicBezTo>
                  <a:lnTo>
                    <a:pt x="0" y="1783"/>
                  </a:lnTo>
                  <a:lnTo>
                    <a:pt x="0" y="88"/>
                  </a:lnTo>
                  <a:lnTo>
                    <a:pt x="0" y="88"/>
                  </a:lnTo>
                  <a:cubicBezTo>
                    <a:pt x="0" y="63"/>
                    <a:pt x="10" y="42"/>
                    <a:pt x="26" y="26"/>
                  </a:cubicBezTo>
                  <a:lnTo>
                    <a:pt x="26" y="26"/>
                  </a:lnTo>
                  <a:cubicBezTo>
                    <a:pt x="41" y="10"/>
                    <a:pt x="63" y="0"/>
                    <a:pt x="88" y="0"/>
                  </a:cubicBezTo>
                  <a:lnTo>
                    <a:pt x="3634" y="0"/>
                  </a:lnTo>
                  <a:lnTo>
                    <a:pt x="7181" y="0"/>
                  </a:lnTo>
                  <a:lnTo>
                    <a:pt x="7181" y="0"/>
                  </a:lnTo>
                  <a:cubicBezTo>
                    <a:pt x="7205" y="0"/>
                    <a:pt x="7227" y="10"/>
                    <a:pt x="7243" y="26"/>
                  </a:cubicBezTo>
                  <a:lnTo>
                    <a:pt x="7243" y="26"/>
                  </a:lnTo>
                  <a:cubicBezTo>
                    <a:pt x="7259" y="42"/>
                    <a:pt x="7269" y="63"/>
                    <a:pt x="7269" y="88"/>
                  </a:cubicBezTo>
                  <a:lnTo>
                    <a:pt x="7269" y="1783"/>
                  </a:lnTo>
                  <a:lnTo>
                    <a:pt x="7269" y="3480"/>
                  </a:lnTo>
                  <a:lnTo>
                    <a:pt x="7269" y="3480"/>
                  </a:lnTo>
                  <a:cubicBezTo>
                    <a:pt x="7269" y="3503"/>
                    <a:pt x="7259" y="3525"/>
                    <a:pt x="7243" y="3541"/>
                  </a:cubicBezTo>
                  <a:lnTo>
                    <a:pt x="7243" y="3541"/>
                  </a:lnTo>
                  <a:cubicBezTo>
                    <a:pt x="7227" y="3556"/>
                    <a:pt x="7205" y="3567"/>
                    <a:pt x="7181" y="356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1C714166-DCFD-4C49-B53B-AB4832CB8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0374" y="10425142"/>
              <a:ext cx="8777209" cy="368823"/>
            </a:xfrm>
            <a:custGeom>
              <a:avLst/>
              <a:gdLst>
                <a:gd name="T0" fmla="*/ 9655 w 9863"/>
                <a:gd name="T1" fmla="*/ 414 h 415"/>
                <a:gd name="T2" fmla="*/ 4931 w 9863"/>
                <a:gd name="T3" fmla="*/ 414 h 415"/>
                <a:gd name="T4" fmla="*/ 207 w 9863"/>
                <a:gd name="T5" fmla="*/ 414 h 415"/>
                <a:gd name="T6" fmla="*/ 207 w 9863"/>
                <a:gd name="T7" fmla="*/ 414 h 415"/>
                <a:gd name="T8" fmla="*/ 61 w 9863"/>
                <a:gd name="T9" fmla="*/ 353 h 415"/>
                <a:gd name="T10" fmla="*/ 61 w 9863"/>
                <a:gd name="T11" fmla="*/ 353 h 415"/>
                <a:gd name="T12" fmla="*/ 0 w 9863"/>
                <a:gd name="T13" fmla="*/ 207 h 415"/>
                <a:gd name="T14" fmla="*/ 0 w 9863"/>
                <a:gd name="T15" fmla="*/ 207 h 415"/>
                <a:gd name="T16" fmla="*/ 0 w 9863"/>
                <a:gd name="T17" fmla="*/ 207 h 415"/>
                <a:gd name="T18" fmla="*/ 0 w 9863"/>
                <a:gd name="T19" fmla="*/ 207 h 415"/>
                <a:gd name="T20" fmla="*/ 61 w 9863"/>
                <a:gd name="T21" fmla="*/ 61 h 415"/>
                <a:gd name="T22" fmla="*/ 61 w 9863"/>
                <a:gd name="T23" fmla="*/ 61 h 415"/>
                <a:gd name="T24" fmla="*/ 207 w 9863"/>
                <a:gd name="T25" fmla="*/ 0 h 415"/>
                <a:gd name="T26" fmla="*/ 4931 w 9863"/>
                <a:gd name="T27" fmla="*/ 0 h 415"/>
                <a:gd name="T28" fmla="*/ 9655 w 9863"/>
                <a:gd name="T29" fmla="*/ 0 h 415"/>
                <a:gd name="T30" fmla="*/ 9655 w 9863"/>
                <a:gd name="T31" fmla="*/ 0 h 415"/>
                <a:gd name="T32" fmla="*/ 9802 w 9863"/>
                <a:gd name="T33" fmla="*/ 61 h 415"/>
                <a:gd name="T34" fmla="*/ 9802 w 9863"/>
                <a:gd name="T35" fmla="*/ 61 h 415"/>
                <a:gd name="T36" fmla="*/ 9862 w 9863"/>
                <a:gd name="T37" fmla="*/ 207 h 415"/>
                <a:gd name="T38" fmla="*/ 9862 w 9863"/>
                <a:gd name="T39" fmla="*/ 207 h 415"/>
                <a:gd name="T40" fmla="*/ 9862 w 9863"/>
                <a:gd name="T41" fmla="*/ 207 h 415"/>
                <a:gd name="T42" fmla="*/ 9862 w 9863"/>
                <a:gd name="T43" fmla="*/ 207 h 415"/>
                <a:gd name="T44" fmla="*/ 9802 w 9863"/>
                <a:gd name="T45" fmla="*/ 353 h 415"/>
                <a:gd name="T46" fmla="*/ 9802 w 9863"/>
                <a:gd name="T47" fmla="*/ 353 h 415"/>
                <a:gd name="T48" fmla="*/ 9655 w 9863"/>
                <a:gd name="T49" fmla="*/ 414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863" h="415">
                  <a:moveTo>
                    <a:pt x="9655" y="414"/>
                  </a:moveTo>
                  <a:lnTo>
                    <a:pt x="4931" y="414"/>
                  </a:lnTo>
                  <a:lnTo>
                    <a:pt x="207" y="414"/>
                  </a:lnTo>
                  <a:lnTo>
                    <a:pt x="207" y="414"/>
                  </a:lnTo>
                  <a:cubicBezTo>
                    <a:pt x="150" y="414"/>
                    <a:pt x="98" y="391"/>
                    <a:pt x="61" y="353"/>
                  </a:cubicBezTo>
                  <a:lnTo>
                    <a:pt x="61" y="353"/>
                  </a:lnTo>
                  <a:cubicBezTo>
                    <a:pt x="23" y="316"/>
                    <a:pt x="0" y="264"/>
                    <a:pt x="0" y="207"/>
                  </a:cubicBezTo>
                  <a:lnTo>
                    <a:pt x="0" y="207"/>
                  </a:lnTo>
                  <a:lnTo>
                    <a:pt x="0" y="207"/>
                  </a:lnTo>
                  <a:lnTo>
                    <a:pt x="0" y="207"/>
                  </a:lnTo>
                  <a:cubicBezTo>
                    <a:pt x="0" y="150"/>
                    <a:pt x="23" y="98"/>
                    <a:pt x="61" y="61"/>
                  </a:cubicBezTo>
                  <a:lnTo>
                    <a:pt x="61" y="61"/>
                  </a:lnTo>
                  <a:cubicBezTo>
                    <a:pt x="98" y="23"/>
                    <a:pt x="150" y="0"/>
                    <a:pt x="207" y="0"/>
                  </a:cubicBezTo>
                  <a:lnTo>
                    <a:pt x="4931" y="0"/>
                  </a:lnTo>
                  <a:lnTo>
                    <a:pt x="9655" y="0"/>
                  </a:lnTo>
                  <a:lnTo>
                    <a:pt x="9655" y="0"/>
                  </a:lnTo>
                  <a:cubicBezTo>
                    <a:pt x="9713" y="0"/>
                    <a:pt x="9764" y="23"/>
                    <a:pt x="9802" y="61"/>
                  </a:cubicBezTo>
                  <a:lnTo>
                    <a:pt x="9802" y="61"/>
                  </a:lnTo>
                  <a:cubicBezTo>
                    <a:pt x="9839" y="98"/>
                    <a:pt x="9862" y="150"/>
                    <a:pt x="9862" y="207"/>
                  </a:cubicBezTo>
                  <a:lnTo>
                    <a:pt x="9862" y="207"/>
                  </a:lnTo>
                  <a:lnTo>
                    <a:pt x="9862" y="207"/>
                  </a:lnTo>
                  <a:lnTo>
                    <a:pt x="9862" y="207"/>
                  </a:lnTo>
                  <a:cubicBezTo>
                    <a:pt x="9862" y="264"/>
                    <a:pt x="9839" y="316"/>
                    <a:pt x="9802" y="353"/>
                  </a:cubicBezTo>
                  <a:lnTo>
                    <a:pt x="9802" y="353"/>
                  </a:lnTo>
                  <a:cubicBezTo>
                    <a:pt x="9764" y="391"/>
                    <a:pt x="9713" y="414"/>
                    <a:pt x="9655" y="414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AC6DA6A6-CB61-4755-8A1E-798D38E43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536" y="7305839"/>
              <a:ext cx="1310500" cy="772958"/>
            </a:xfrm>
            <a:custGeom>
              <a:avLst/>
              <a:gdLst>
                <a:gd name="T0" fmla="*/ 1340 w 1475"/>
                <a:gd name="T1" fmla="*/ 867 h 868"/>
                <a:gd name="T2" fmla="*/ 737 w 1475"/>
                <a:gd name="T3" fmla="*/ 867 h 868"/>
                <a:gd name="T4" fmla="*/ 133 w 1475"/>
                <a:gd name="T5" fmla="*/ 867 h 868"/>
                <a:gd name="T6" fmla="*/ 133 w 1475"/>
                <a:gd name="T7" fmla="*/ 867 h 868"/>
                <a:gd name="T8" fmla="*/ 39 w 1475"/>
                <a:gd name="T9" fmla="*/ 827 h 868"/>
                <a:gd name="T10" fmla="*/ 39 w 1475"/>
                <a:gd name="T11" fmla="*/ 827 h 868"/>
                <a:gd name="T12" fmla="*/ 0 w 1475"/>
                <a:gd name="T13" fmla="*/ 733 h 868"/>
                <a:gd name="T14" fmla="*/ 0 w 1475"/>
                <a:gd name="T15" fmla="*/ 433 h 868"/>
                <a:gd name="T16" fmla="*/ 0 w 1475"/>
                <a:gd name="T17" fmla="*/ 135 h 868"/>
                <a:gd name="T18" fmla="*/ 0 w 1475"/>
                <a:gd name="T19" fmla="*/ 135 h 868"/>
                <a:gd name="T20" fmla="*/ 39 w 1475"/>
                <a:gd name="T21" fmla="*/ 40 h 868"/>
                <a:gd name="T22" fmla="*/ 39 w 1475"/>
                <a:gd name="T23" fmla="*/ 40 h 868"/>
                <a:gd name="T24" fmla="*/ 133 w 1475"/>
                <a:gd name="T25" fmla="*/ 0 h 868"/>
                <a:gd name="T26" fmla="*/ 737 w 1475"/>
                <a:gd name="T27" fmla="*/ 0 h 868"/>
                <a:gd name="T28" fmla="*/ 1340 w 1475"/>
                <a:gd name="T29" fmla="*/ 0 h 868"/>
                <a:gd name="T30" fmla="*/ 1340 w 1475"/>
                <a:gd name="T31" fmla="*/ 0 h 868"/>
                <a:gd name="T32" fmla="*/ 1435 w 1475"/>
                <a:gd name="T33" fmla="*/ 40 h 868"/>
                <a:gd name="T34" fmla="*/ 1435 w 1475"/>
                <a:gd name="T35" fmla="*/ 40 h 868"/>
                <a:gd name="T36" fmla="*/ 1474 w 1475"/>
                <a:gd name="T37" fmla="*/ 135 h 868"/>
                <a:gd name="T38" fmla="*/ 1474 w 1475"/>
                <a:gd name="T39" fmla="*/ 433 h 868"/>
                <a:gd name="T40" fmla="*/ 1474 w 1475"/>
                <a:gd name="T41" fmla="*/ 733 h 868"/>
                <a:gd name="T42" fmla="*/ 1474 w 1475"/>
                <a:gd name="T43" fmla="*/ 733 h 868"/>
                <a:gd name="T44" fmla="*/ 1435 w 1475"/>
                <a:gd name="T45" fmla="*/ 827 h 868"/>
                <a:gd name="T46" fmla="*/ 1435 w 1475"/>
                <a:gd name="T47" fmla="*/ 827 h 868"/>
                <a:gd name="T48" fmla="*/ 1340 w 1475"/>
                <a:gd name="T49" fmla="*/ 867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75" h="868">
                  <a:moveTo>
                    <a:pt x="1340" y="867"/>
                  </a:moveTo>
                  <a:lnTo>
                    <a:pt x="737" y="867"/>
                  </a:lnTo>
                  <a:lnTo>
                    <a:pt x="133" y="867"/>
                  </a:lnTo>
                  <a:lnTo>
                    <a:pt x="133" y="867"/>
                  </a:lnTo>
                  <a:cubicBezTo>
                    <a:pt x="97" y="867"/>
                    <a:pt x="63" y="852"/>
                    <a:pt x="39" y="827"/>
                  </a:cubicBezTo>
                  <a:lnTo>
                    <a:pt x="39" y="827"/>
                  </a:lnTo>
                  <a:cubicBezTo>
                    <a:pt x="14" y="803"/>
                    <a:pt x="0" y="770"/>
                    <a:pt x="0" y="733"/>
                  </a:cubicBezTo>
                  <a:lnTo>
                    <a:pt x="0" y="433"/>
                  </a:lnTo>
                  <a:lnTo>
                    <a:pt x="0" y="135"/>
                  </a:lnTo>
                  <a:lnTo>
                    <a:pt x="0" y="135"/>
                  </a:lnTo>
                  <a:cubicBezTo>
                    <a:pt x="0" y="98"/>
                    <a:pt x="14" y="63"/>
                    <a:pt x="39" y="40"/>
                  </a:cubicBezTo>
                  <a:lnTo>
                    <a:pt x="39" y="40"/>
                  </a:lnTo>
                  <a:cubicBezTo>
                    <a:pt x="63" y="16"/>
                    <a:pt x="97" y="0"/>
                    <a:pt x="133" y="0"/>
                  </a:cubicBezTo>
                  <a:lnTo>
                    <a:pt x="737" y="0"/>
                  </a:lnTo>
                  <a:lnTo>
                    <a:pt x="1340" y="0"/>
                  </a:lnTo>
                  <a:lnTo>
                    <a:pt x="1340" y="0"/>
                  </a:lnTo>
                  <a:cubicBezTo>
                    <a:pt x="1377" y="0"/>
                    <a:pt x="1411" y="16"/>
                    <a:pt x="1435" y="40"/>
                  </a:cubicBezTo>
                  <a:lnTo>
                    <a:pt x="1435" y="40"/>
                  </a:lnTo>
                  <a:cubicBezTo>
                    <a:pt x="1460" y="63"/>
                    <a:pt x="1474" y="98"/>
                    <a:pt x="1474" y="135"/>
                  </a:cubicBezTo>
                  <a:lnTo>
                    <a:pt x="1474" y="433"/>
                  </a:lnTo>
                  <a:lnTo>
                    <a:pt x="1474" y="733"/>
                  </a:lnTo>
                  <a:lnTo>
                    <a:pt x="1474" y="733"/>
                  </a:lnTo>
                  <a:cubicBezTo>
                    <a:pt x="1474" y="770"/>
                    <a:pt x="1460" y="803"/>
                    <a:pt x="1435" y="827"/>
                  </a:cubicBezTo>
                  <a:lnTo>
                    <a:pt x="1435" y="827"/>
                  </a:lnTo>
                  <a:cubicBezTo>
                    <a:pt x="1411" y="852"/>
                    <a:pt x="1377" y="867"/>
                    <a:pt x="1340" y="86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D4413354-B760-4C81-844C-19599C5E1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305" y="7482402"/>
              <a:ext cx="266808" cy="486533"/>
            </a:xfrm>
            <a:custGeom>
              <a:avLst/>
              <a:gdLst>
                <a:gd name="T0" fmla="*/ 133 w 299"/>
                <a:gd name="T1" fmla="*/ 235 h 549"/>
                <a:gd name="T2" fmla="*/ 129 w 299"/>
                <a:gd name="T3" fmla="*/ 241 h 549"/>
                <a:gd name="T4" fmla="*/ 123 w 299"/>
                <a:gd name="T5" fmla="*/ 242 h 549"/>
                <a:gd name="T6" fmla="*/ 78 w 299"/>
                <a:gd name="T7" fmla="*/ 220 h 549"/>
                <a:gd name="T8" fmla="*/ 58 w 299"/>
                <a:gd name="T9" fmla="*/ 178 h 549"/>
                <a:gd name="T10" fmla="*/ 78 w 299"/>
                <a:gd name="T11" fmla="*/ 133 h 549"/>
                <a:gd name="T12" fmla="*/ 133 w 299"/>
                <a:gd name="T13" fmla="*/ 112 h 549"/>
                <a:gd name="T14" fmla="*/ 248 w 299"/>
                <a:gd name="T15" fmla="*/ 371 h 549"/>
                <a:gd name="T16" fmla="*/ 228 w 299"/>
                <a:gd name="T17" fmla="*/ 416 h 549"/>
                <a:gd name="T18" fmla="*/ 176 w 299"/>
                <a:gd name="T19" fmla="*/ 436 h 549"/>
                <a:gd name="T20" fmla="*/ 171 w 299"/>
                <a:gd name="T21" fmla="*/ 434 h 549"/>
                <a:gd name="T22" fmla="*/ 169 w 299"/>
                <a:gd name="T23" fmla="*/ 314 h 549"/>
                <a:gd name="T24" fmla="*/ 172 w 299"/>
                <a:gd name="T25" fmla="*/ 308 h 549"/>
                <a:gd name="T26" fmla="*/ 176 w 299"/>
                <a:gd name="T27" fmla="*/ 306 h 549"/>
                <a:gd name="T28" fmla="*/ 178 w 299"/>
                <a:gd name="T29" fmla="*/ 307 h 549"/>
                <a:gd name="T30" fmla="*/ 228 w 299"/>
                <a:gd name="T31" fmla="*/ 328 h 549"/>
                <a:gd name="T32" fmla="*/ 248 w 299"/>
                <a:gd name="T33" fmla="*/ 371 h 549"/>
                <a:gd name="T34" fmla="*/ 279 w 299"/>
                <a:gd name="T35" fmla="*/ 309 h 549"/>
                <a:gd name="T36" fmla="*/ 233 w 299"/>
                <a:gd name="T37" fmla="*/ 274 h 549"/>
                <a:gd name="T38" fmla="*/ 175 w 299"/>
                <a:gd name="T39" fmla="*/ 256 h 549"/>
                <a:gd name="T40" fmla="*/ 169 w 299"/>
                <a:gd name="T41" fmla="*/ 110 h 549"/>
                <a:gd name="T42" fmla="*/ 214 w 299"/>
                <a:gd name="T43" fmla="*/ 119 h 549"/>
                <a:gd name="T44" fmla="*/ 261 w 299"/>
                <a:gd name="T45" fmla="*/ 142 h 549"/>
                <a:gd name="T46" fmla="*/ 282 w 299"/>
                <a:gd name="T47" fmla="*/ 103 h 549"/>
                <a:gd name="T48" fmla="*/ 280 w 299"/>
                <a:gd name="T49" fmla="*/ 101 h 549"/>
                <a:gd name="T50" fmla="*/ 227 w 299"/>
                <a:gd name="T51" fmla="*/ 76 h 549"/>
                <a:gd name="T52" fmla="*/ 175 w 299"/>
                <a:gd name="T53" fmla="*/ 65 h 549"/>
                <a:gd name="T54" fmla="*/ 169 w 299"/>
                <a:gd name="T55" fmla="*/ 0 h 549"/>
                <a:gd name="T56" fmla="*/ 133 w 299"/>
                <a:gd name="T57" fmla="*/ 59 h 549"/>
                <a:gd name="T58" fmla="*/ 126 w 299"/>
                <a:gd name="T59" fmla="*/ 66 h 549"/>
                <a:gd name="T60" fmla="*/ 41 w 299"/>
                <a:gd name="T61" fmla="*/ 102 h 549"/>
                <a:gd name="T62" fmla="*/ 9 w 299"/>
                <a:gd name="T63" fmla="*/ 179 h 549"/>
                <a:gd name="T64" fmla="*/ 27 w 299"/>
                <a:gd name="T65" fmla="*/ 240 h 549"/>
                <a:gd name="T66" fmla="*/ 71 w 299"/>
                <a:gd name="T67" fmla="*/ 273 h 549"/>
                <a:gd name="T68" fmla="*/ 126 w 299"/>
                <a:gd name="T69" fmla="*/ 292 h 549"/>
                <a:gd name="T70" fmla="*/ 133 w 299"/>
                <a:gd name="T71" fmla="*/ 300 h 549"/>
                <a:gd name="T72" fmla="*/ 133 w 299"/>
                <a:gd name="T73" fmla="*/ 428 h 549"/>
                <a:gd name="T74" fmla="*/ 130 w 299"/>
                <a:gd name="T75" fmla="*/ 434 h 549"/>
                <a:gd name="T76" fmla="*/ 124 w 299"/>
                <a:gd name="T77" fmla="*/ 436 h 549"/>
                <a:gd name="T78" fmla="*/ 73 w 299"/>
                <a:gd name="T79" fmla="*/ 423 h 549"/>
                <a:gd name="T80" fmla="*/ 0 w 299"/>
                <a:gd name="T81" fmla="*/ 431 h 549"/>
                <a:gd name="T82" fmla="*/ 59 w 299"/>
                <a:gd name="T83" fmla="*/ 466 h 549"/>
                <a:gd name="T84" fmla="*/ 126 w 299"/>
                <a:gd name="T85" fmla="*/ 482 h 549"/>
                <a:gd name="T86" fmla="*/ 133 w 299"/>
                <a:gd name="T87" fmla="*/ 489 h 549"/>
                <a:gd name="T88" fmla="*/ 169 w 299"/>
                <a:gd name="T89" fmla="*/ 548 h 549"/>
                <a:gd name="T90" fmla="*/ 169 w 299"/>
                <a:gd name="T91" fmla="*/ 489 h 549"/>
                <a:gd name="T92" fmla="*/ 175 w 299"/>
                <a:gd name="T93" fmla="*/ 482 h 549"/>
                <a:gd name="T94" fmla="*/ 264 w 299"/>
                <a:gd name="T95" fmla="*/ 447 h 549"/>
                <a:gd name="T96" fmla="*/ 298 w 299"/>
                <a:gd name="T97" fmla="*/ 368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9" h="549">
                  <a:moveTo>
                    <a:pt x="133" y="112"/>
                  </a:moveTo>
                  <a:lnTo>
                    <a:pt x="133" y="235"/>
                  </a:lnTo>
                  <a:lnTo>
                    <a:pt x="133" y="235"/>
                  </a:lnTo>
                  <a:cubicBezTo>
                    <a:pt x="133" y="237"/>
                    <a:pt x="131" y="239"/>
                    <a:pt x="129" y="241"/>
                  </a:cubicBezTo>
                  <a:lnTo>
                    <a:pt x="129" y="241"/>
                  </a:lnTo>
                  <a:cubicBezTo>
                    <a:pt x="127" y="242"/>
                    <a:pt x="125" y="243"/>
                    <a:pt x="123" y="242"/>
                  </a:cubicBezTo>
                  <a:lnTo>
                    <a:pt x="123" y="242"/>
                  </a:lnTo>
                  <a:cubicBezTo>
                    <a:pt x="104" y="236"/>
                    <a:pt x="89" y="228"/>
                    <a:pt x="78" y="220"/>
                  </a:cubicBezTo>
                  <a:lnTo>
                    <a:pt x="78" y="220"/>
                  </a:lnTo>
                  <a:cubicBezTo>
                    <a:pt x="65" y="211"/>
                    <a:pt x="58" y="197"/>
                    <a:pt x="58" y="178"/>
                  </a:cubicBezTo>
                  <a:lnTo>
                    <a:pt x="58" y="178"/>
                  </a:lnTo>
                  <a:cubicBezTo>
                    <a:pt x="58" y="160"/>
                    <a:pt x="64" y="146"/>
                    <a:pt x="78" y="133"/>
                  </a:cubicBezTo>
                  <a:lnTo>
                    <a:pt x="78" y="133"/>
                  </a:lnTo>
                  <a:cubicBezTo>
                    <a:pt x="90" y="122"/>
                    <a:pt x="109" y="114"/>
                    <a:pt x="133" y="112"/>
                  </a:cubicBezTo>
                  <a:close/>
                  <a:moveTo>
                    <a:pt x="248" y="371"/>
                  </a:moveTo>
                  <a:lnTo>
                    <a:pt x="248" y="371"/>
                  </a:lnTo>
                  <a:cubicBezTo>
                    <a:pt x="248" y="389"/>
                    <a:pt x="241" y="404"/>
                    <a:pt x="228" y="416"/>
                  </a:cubicBezTo>
                  <a:lnTo>
                    <a:pt x="228" y="416"/>
                  </a:lnTo>
                  <a:cubicBezTo>
                    <a:pt x="215" y="426"/>
                    <a:pt x="198" y="433"/>
                    <a:pt x="176" y="436"/>
                  </a:cubicBezTo>
                  <a:lnTo>
                    <a:pt x="176" y="436"/>
                  </a:lnTo>
                  <a:cubicBezTo>
                    <a:pt x="175" y="436"/>
                    <a:pt x="173" y="435"/>
                    <a:pt x="171" y="434"/>
                  </a:cubicBezTo>
                  <a:lnTo>
                    <a:pt x="171" y="434"/>
                  </a:lnTo>
                  <a:cubicBezTo>
                    <a:pt x="169" y="433"/>
                    <a:pt x="169" y="431"/>
                    <a:pt x="169" y="428"/>
                  </a:cubicBezTo>
                  <a:lnTo>
                    <a:pt x="169" y="314"/>
                  </a:lnTo>
                  <a:lnTo>
                    <a:pt x="169" y="314"/>
                  </a:lnTo>
                  <a:cubicBezTo>
                    <a:pt x="169" y="311"/>
                    <a:pt x="169" y="309"/>
                    <a:pt x="172" y="308"/>
                  </a:cubicBezTo>
                  <a:lnTo>
                    <a:pt x="172" y="308"/>
                  </a:lnTo>
                  <a:cubicBezTo>
                    <a:pt x="173" y="307"/>
                    <a:pt x="175" y="306"/>
                    <a:pt x="176" y="306"/>
                  </a:cubicBezTo>
                  <a:lnTo>
                    <a:pt x="176" y="306"/>
                  </a:lnTo>
                  <a:cubicBezTo>
                    <a:pt x="176" y="306"/>
                    <a:pt x="177" y="306"/>
                    <a:pt x="178" y="307"/>
                  </a:cubicBezTo>
                  <a:lnTo>
                    <a:pt x="178" y="307"/>
                  </a:lnTo>
                  <a:cubicBezTo>
                    <a:pt x="198" y="313"/>
                    <a:pt x="215" y="320"/>
                    <a:pt x="228" y="328"/>
                  </a:cubicBezTo>
                  <a:lnTo>
                    <a:pt x="228" y="328"/>
                  </a:lnTo>
                  <a:cubicBezTo>
                    <a:pt x="241" y="338"/>
                    <a:pt x="248" y="351"/>
                    <a:pt x="248" y="371"/>
                  </a:cubicBezTo>
                  <a:close/>
                  <a:moveTo>
                    <a:pt x="279" y="309"/>
                  </a:moveTo>
                  <a:lnTo>
                    <a:pt x="279" y="309"/>
                  </a:lnTo>
                  <a:cubicBezTo>
                    <a:pt x="266" y="293"/>
                    <a:pt x="251" y="282"/>
                    <a:pt x="233" y="274"/>
                  </a:cubicBezTo>
                  <a:lnTo>
                    <a:pt x="233" y="274"/>
                  </a:lnTo>
                  <a:cubicBezTo>
                    <a:pt x="217" y="268"/>
                    <a:pt x="198" y="262"/>
                    <a:pt x="175" y="256"/>
                  </a:cubicBezTo>
                  <a:lnTo>
                    <a:pt x="175" y="256"/>
                  </a:lnTo>
                  <a:cubicBezTo>
                    <a:pt x="171" y="255"/>
                    <a:pt x="169" y="252"/>
                    <a:pt x="169" y="249"/>
                  </a:cubicBezTo>
                  <a:lnTo>
                    <a:pt x="169" y="110"/>
                  </a:lnTo>
                  <a:lnTo>
                    <a:pt x="169" y="110"/>
                  </a:lnTo>
                  <a:cubicBezTo>
                    <a:pt x="183" y="112"/>
                    <a:pt x="198" y="114"/>
                    <a:pt x="214" y="119"/>
                  </a:cubicBezTo>
                  <a:lnTo>
                    <a:pt x="214" y="119"/>
                  </a:lnTo>
                  <a:cubicBezTo>
                    <a:pt x="230" y="125"/>
                    <a:pt x="247" y="133"/>
                    <a:pt x="261" y="142"/>
                  </a:cubicBezTo>
                  <a:lnTo>
                    <a:pt x="265" y="146"/>
                  </a:lnTo>
                  <a:lnTo>
                    <a:pt x="282" y="103"/>
                  </a:lnTo>
                  <a:lnTo>
                    <a:pt x="280" y="101"/>
                  </a:lnTo>
                  <a:lnTo>
                    <a:pt x="280" y="101"/>
                  </a:lnTo>
                  <a:cubicBezTo>
                    <a:pt x="264" y="91"/>
                    <a:pt x="247" y="82"/>
                    <a:pt x="227" y="76"/>
                  </a:cubicBezTo>
                  <a:lnTo>
                    <a:pt x="227" y="76"/>
                  </a:lnTo>
                  <a:cubicBezTo>
                    <a:pt x="211" y="71"/>
                    <a:pt x="192" y="67"/>
                    <a:pt x="175" y="65"/>
                  </a:cubicBezTo>
                  <a:lnTo>
                    <a:pt x="175" y="65"/>
                  </a:lnTo>
                  <a:cubicBezTo>
                    <a:pt x="171" y="65"/>
                    <a:pt x="169" y="62"/>
                    <a:pt x="169" y="59"/>
                  </a:cubicBezTo>
                  <a:lnTo>
                    <a:pt x="169" y="0"/>
                  </a:lnTo>
                  <a:lnTo>
                    <a:pt x="133" y="0"/>
                  </a:lnTo>
                  <a:lnTo>
                    <a:pt x="133" y="59"/>
                  </a:lnTo>
                  <a:lnTo>
                    <a:pt x="133" y="59"/>
                  </a:lnTo>
                  <a:cubicBezTo>
                    <a:pt x="133" y="63"/>
                    <a:pt x="129" y="66"/>
                    <a:pt x="126" y="66"/>
                  </a:cubicBezTo>
                  <a:lnTo>
                    <a:pt x="126" y="66"/>
                  </a:lnTo>
                  <a:cubicBezTo>
                    <a:pt x="89" y="71"/>
                    <a:pt x="61" y="83"/>
                    <a:pt x="41" y="102"/>
                  </a:cubicBezTo>
                  <a:lnTo>
                    <a:pt x="41" y="102"/>
                  </a:lnTo>
                  <a:cubicBezTo>
                    <a:pt x="20" y="123"/>
                    <a:pt x="9" y="149"/>
                    <a:pt x="9" y="179"/>
                  </a:cubicBezTo>
                  <a:lnTo>
                    <a:pt x="9" y="179"/>
                  </a:lnTo>
                  <a:cubicBezTo>
                    <a:pt x="9" y="204"/>
                    <a:pt x="15" y="225"/>
                    <a:pt x="27" y="240"/>
                  </a:cubicBezTo>
                  <a:lnTo>
                    <a:pt x="27" y="240"/>
                  </a:lnTo>
                  <a:cubicBezTo>
                    <a:pt x="38" y="255"/>
                    <a:pt x="53" y="266"/>
                    <a:pt x="71" y="273"/>
                  </a:cubicBezTo>
                  <a:lnTo>
                    <a:pt x="71" y="273"/>
                  </a:lnTo>
                  <a:cubicBezTo>
                    <a:pt x="86" y="280"/>
                    <a:pt x="105" y="287"/>
                    <a:pt x="126" y="292"/>
                  </a:cubicBezTo>
                  <a:lnTo>
                    <a:pt x="126" y="292"/>
                  </a:lnTo>
                  <a:cubicBezTo>
                    <a:pt x="130" y="293"/>
                    <a:pt x="133" y="296"/>
                    <a:pt x="133" y="300"/>
                  </a:cubicBezTo>
                  <a:lnTo>
                    <a:pt x="133" y="428"/>
                  </a:lnTo>
                  <a:lnTo>
                    <a:pt x="133" y="428"/>
                  </a:lnTo>
                  <a:cubicBezTo>
                    <a:pt x="133" y="431"/>
                    <a:pt x="131" y="433"/>
                    <a:pt x="130" y="434"/>
                  </a:cubicBezTo>
                  <a:lnTo>
                    <a:pt x="130" y="434"/>
                  </a:lnTo>
                  <a:cubicBezTo>
                    <a:pt x="128" y="435"/>
                    <a:pt x="126" y="436"/>
                    <a:pt x="124" y="436"/>
                  </a:cubicBezTo>
                  <a:lnTo>
                    <a:pt x="124" y="436"/>
                  </a:lnTo>
                  <a:cubicBezTo>
                    <a:pt x="106" y="434"/>
                    <a:pt x="89" y="429"/>
                    <a:pt x="73" y="423"/>
                  </a:cubicBezTo>
                  <a:lnTo>
                    <a:pt x="73" y="423"/>
                  </a:lnTo>
                  <a:cubicBezTo>
                    <a:pt x="52" y="414"/>
                    <a:pt x="36" y="403"/>
                    <a:pt x="23" y="390"/>
                  </a:cubicBezTo>
                  <a:lnTo>
                    <a:pt x="0" y="431"/>
                  </a:lnTo>
                  <a:lnTo>
                    <a:pt x="0" y="431"/>
                  </a:lnTo>
                  <a:cubicBezTo>
                    <a:pt x="0" y="431"/>
                    <a:pt x="34" y="457"/>
                    <a:pt x="59" y="466"/>
                  </a:cubicBezTo>
                  <a:lnTo>
                    <a:pt x="59" y="466"/>
                  </a:lnTo>
                  <a:cubicBezTo>
                    <a:pt x="80" y="475"/>
                    <a:pt x="103" y="480"/>
                    <a:pt x="126" y="482"/>
                  </a:cubicBezTo>
                  <a:lnTo>
                    <a:pt x="126" y="482"/>
                  </a:lnTo>
                  <a:cubicBezTo>
                    <a:pt x="129" y="482"/>
                    <a:pt x="133" y="486"/>
                    <a:pt x="133" y="489"/>
                  </a:cubicBezTo>
                  <a:lnTo>
                    <a:pt x="133" y="548"/>
                  </a:lnTo>
                  <a:lnTo>
                    <a:pt x="169" y="548"/>
                  </a:lnTo>
                  <a:lnTo>
                    <a:pt x="169" y="489"/>
                  </a:lnTo>
                  <a:lnTo>
                    <a:pt x="169" y="489"/>
                  </a:lnTo>
                  <a:cubicBezTo>
                    <a:pt x="169" y="485"/>
                    <a:pt x="172" y="482"/>
                    <a:pt x="175" y="482"/>
                  </a:cubicBezTo>
                  <a:lnTo>
                    <a:pt x="175" y="482"/>
                  </a:lnTo>
                  <a:cubicBezTo>
                    <a:pt x="213" y="478"/>
                    <a:pt x="243" y="466"/>
                    <a:pt x="264" y="447"/>
                  </a:cubicBezTo>
                  <a:lnTo>
                    <a:pt x="264" y="447"/>
                  </a:lnTo>
                  <a:cubicBezTo>
                    <a:pt x="286" y="426"/>
                    <a:pt x="298" y="399"/>
                    <a:pt x="298" y="368"/>
                  </a:cubicBezTo>
                  <a:lnTo>
                    <a:pt x="298" y="368"/>
                  </a:lnTo>
                  <a:cubicBezTo>
                    <a:pt x="298" y="344"/>
                    <a:pt x="291" y="324"/>
                    <a:pt x="279" y="30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A8F50ED0-317E-470B-B049-4D64E6CFC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781" y="8376995"/>
              <a:ext cx="459066" cy="1055464"/>
            </a:xfrm>
            <a:custGeom>
              <a:avLst/>
              <a:gdLst>
                <a:gd name="T0" fmla="*/ 464 w 516"/>
                <a:gd name="T1" fmla="*/ 1185 h 1186"/>
                <a:gd name="T2" fmla="*/ 258 w 516"/>
                <a:gd name="T3" fmla="*/ 1185 h 1186"/>
                <a:gd name="T4" fmla="*/ 52 w 516"/>
                <a:gd name="T5" fmla="*/ 1185 h 1186"/>
                <a:gd name="T6" fmla="*/ 52 w 516"/>
                <a:gd name="T7" fmla="*/ 1185 h 1186"/>
                <a:gd name="T8" fmla="*/ 15 w 516"/>
                <a:gd name="T9" fmla="*/ 1169 h 1186"/>
                <a:gd name="T10" fmla="*/ 15 w 516"/>
                <a:gd name="T11" fmla="*/ 1169 h 1186"/>
                <a:gd name="T12" fmla="*/ 0 w 516"/>
                <a:gd name="T13" fmla="*/ 1133 h 1186"/>
                <a:gd name="T14" fmla="*/ 0 w 516"/>
                <a:gd name="T15" fmla="*/ 592 h 1186"/>
                <a:gd name="T16" fmla="*/ 0 w 516"/>
                <a:gd name="T17" fmla="*/ 51 h 1186"/>
                <a:gd name="T18" fmla="*/ 0 w 516"/>
                <a:gd name="T19" fmla="*/ 51 h 1186"/>
                <a:gd name="T20" fmla="*/ 15 w 516"/>
                <a:gd name="T21" fmla="*/ 15 h 1186"/>
                <a:gd name="T22" fmla="*/ 15 w 516"/>
                <a:gd name="T23" fmla="*/ 15 h 1186"/>
                <a:gd name="T24" fmla="*/ 52 w 516"/>
                <a:gd name="T25" fmla="*/ 0 h 1186"/>
                <a:gd name="T26" fmla="*/ 258 w 516"/>
                <a:gd name="T27" fmla="*/ 0 h 1186"/>
                <a:gd name="T28" fmla="*/ 464 w 516"/>
                <a:gd name="T29" fmla="*/ 0 h 1186"/>
                <a:gd name="T30" fmla="*/ 464 w 516"/>
                <a:gd name="T31" fmla="*/ 0 h 1186"/>
                <a:gd name="T32" fmla="*/ 501 w 516"/>
                <a:gd name="T33" fmla="*/ 15 h 1186"/>
                <a:gd name="T34" fmla="*/ 501 w 516"/>
                <a:gd name="T35" fmla="*/ 15 h 1186"/>
                <a:gd name="T36" fmla="*/ 515 w 516"/>
                <a:gd name="T37" fmla="*/ 51 h 1186"/>
                <a:gd name="T38" fmla="*/ 515 w 516"/>
                <a:gd name="T39" fmla="*/ 592 h 1186"/>
                <a:gd name="T40" fmla="*/ 515 w 516"/>
                <a:gd name="T41" fmla="*/ 1133 h 1186"/>
                <a:gd name="T42" fmla="*/ 515 w 516"/>
                <a:gd name="T43" fmla="*/ 1133 h 1186"/>
                <a:gd name="T44" fmla="*/ 501 w 516"/>
                <a:gd name="T45" fmla="*/ 1169 h 1186"/>
                <a:gd name="T46" fmla="*/ 501 w 516"/>
                <a:gd name="T47" fmla="*/ 1169 h 1186"/>
                <a:gd name="T48" fmla="*/ 464 w 516"/>
                <a:gd name="T49" fmla="*/ 1185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16" h="1186">
                  <a:moveTo>
                    <a:pt x="464" y="1185"/>
                  </a:moveTo>
                  <a:lnTo>
                    <a:pt x="258" y="1185"/>
                  </a:lnTo>
                  <a:lnTo>
                    <a:pt x="52" y="1185"/>
                  </a:lnTo>
                  <a:lnTo>
                    <a:pt x="52" y="1185"/>
                  </a:lnTo>
                  <a:cubicBezTo>
                    <a:pt x="38" y="1185"/>
                    <a:pt x="25" y="1179"/>
                    <a:pt x="15" y="1169"/>
                  </a:cubicBezTo>
                  <a:lnTo>
                    <a:pt x="15" y="1169"/>
                  </a:lnTo>
                  <a:cubicBezTo>
                    <a:pt x="6" y="1160"/>
                    <a:pt x="0" y="1147"/>
                    <a:pt x="0" y="1133"/>
                  </a:cubicBezTo>
                  <a:lnTo>
                    <a:pt x="0" y="592"/>
                  </a:lnTo>
                  <a:lnTo>
                    <a:pt x="0" y="51"/>
                  </a:lnTo>
                  <a:lnTo>
                    <a:pt x="0" y="51"/>
                  </a:lnTo>
                  <a:cubicBezTo>
                    <a:pt x="0" y="38"/>
                    <a:pt x="6" y="25"/>
                    <a:pt x="15" y="15"/>
                  </a:cubicBezTo>
                  <a:lnTo>
                    <a:pt x="15" y="15"/>
                  </a:lnTo>
                  <a:cubicBezTo>
                    <a:pt x="25" y="6"/>
                    <a:pt x="38" y="0"/>
                    <a:pt x="52" y="0"/>
                  </a:cubicBezTo>
                  <a:lnTo>
                    <a:pt x="258" y="0"/>
                  </a:lnTo>
                  <a:lnTo>
                    <a:pt x="464" y="0"/>
                  </a:lnTo>
                  <a:lnTo>
                    <a:pt x="464" y="0"/>
                  </a:lnTo>
                  <a:cubicBezTo>
                    <a:pt x="478" y="0"/>
                    <a:pt x="491" y="6"/>
                    <a:pt x="501" y="15"/>
                  </a:cubicBezTo>
                  <a:lnTo>
                    <a:pt x="501" y="15"/>
                  </a:lnTo>
                  <a:cubicBezTo>
                    <a:pt x="510" y="25"/>
                    <a:pt x="515" y="38"/>
                    <a:pt x="515" y="51"/>
                  </a:cubicBezTo>
                  <a:lnTo>
                    <a:pt x="515" y="592"/>
                  </a:lnTo>
                  <a:lnTo>
                    <a:pt x="515" y="1133"/>
                  </a:lnTo>
                  <a:lnTo>
                    <a:pt x="515" y="1133"/>
                  </a:lnTo>
                  <a:cubicBezTo>
                    <a:pt x="515" y="1147"/>
                    <a:pt x="510" y="1160"/>
                    <a:pt x="501" y="1169"/>
                  </a:cubicBezTo>
                  <a:lnTo>
                    <a:pt x="501" y="1169"/>
                  </a:lnTo>
                  <a:cubicBezTo>
                    <a:pt x="491" y="1179"/>
                    <a:pt x="478" y="1185"/>
                    <a:pt x="464" y="118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839A466-FEFB-4EFA-9E7E-B7796C048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782" y="8490782"/>
              <a:ext cx="458177" cy="826998"/>
            </a:xfrm>
            <a:custGeom>
              <a:avLst/>
              <a:gdLst>
                <a:gd name="connsiteX0" fmla="*/ 0 w 458177"/>
                <a:gd name="connsiteY0" fmla="*/ 710180 h 826998"/>
                <a:gd name="connsiteX1" fmla="*/ 458177 w 458177"/>
                <a:gd name="connsiteY1" fmla="*/ 710180 h 826998"/>
                <a:gd name="connsiteX2" fmla="*/ 458177 w 458177"/>
                <a:gd name="connsiteY2" fmla="*/ 826998 h 826998"/>
                <a:gd name="connsiteX3" fmla="*/ 0 w 458177"/>
                <a:gd name="connsiteY3" fmla="*/ 826998 h 826998"/>
                <a:gd name="connsiteX4" fmla="*/ 0 w 458177"/>
                <a:gd name="connsiteY4" fmla="*/ 474761 h 826998"/>
                <a:gd name="connsiteX5" fmla="*/ 458177 w 458177"/>
                <a:gd name="connsiteY5" fmla="*/ 474761 h 826998"/>
                <a:gd name="connsiteX6" fmla="*/ 458177 w 458177"/>
                <a:gd name="connsiteY6" fmla="*/ 591586 h 826998"/>
                <a:gd name="connsiteX7" fmla="*/ 0 w 458177"/>
                <a:gd name="connsiteY7" fmla="*/ 591586 h 826998"/>
                <a:gd name="connsiteX8" fmla="*/ 0 w 458177"/>
                <a:gd name="connsiteY8" fmla="*/ 239342 h 826998"/>
                <a:gd name="connsiteX9" fmla="*/ 458177 w 458177"/>
                <a:gd name="connsiteY9" fmla="*/ 239342 h 826998"/>
                <a:gd name="connsiteX10" fmla="*/ 458177 w 458177"/>
                <a:gd name="connsiteY10" fmla="*/ 356160 h 826998"/>
                <a:gd name="connsiteX11" fmla="*/ 0 w 458177"/>
                <a:gd name="connsiteY11" fmla="*/ 356160 h 826998"/>
                <a:gd name="connsiteX12" fmla="*/ 0 w 458177"/>
                <a:gd name="connsiteY12" fmla="*/ 0 h 826998"/>
                <a:gd name="connsiteX13" fmla="*/ 458177 w 458177"/>
                <a:gd name="connsiteY13" fmla="*/ 0 h 826998"/>
                <a:gd name="connsiteX14" fmla="*/ 458177 w 458177"/>
                <a:gd name="connsiteY14" fmla="*/ 116818 h 826998"/>
                <a:gd name="connsiteX15" fmla="*/ 0 w 458177"/>
                <a:gd name="connsiteY15" fmla="*/ 116818 h 82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8177" h="826998">
                  <a:moveTo>
                    <a:pt x="0" y="710180"/>
                  </a:moveTo>
                  <a:lnTo>
                    <a:pt x="458177" y="710180"/>
                  </a:lnTo>
                  <a:lnTo>
                    <a:pt x="458177" y="826998"/>
                  </a:lnTo>
                  <a:lnTo>
                    <a:pt x="0" y="826998"/>
                  </a:lnTo>
                  <a:close/>
                  <a:moveTo>
                    <a:pt x="0" y="474761"/>
                  </a:moveTo>
                  <a:lnTo>
                    <a:pt x="458177" y="474761"/>
                  </a:lnTo>
                  <a:lnTo>
                    <a:pt x="458177" y="591586"/>
                  </a:lnTo>
                  <a:lnTo>
                    <a:pt x="0" y="591586"/>
                  </a:lnTo>
                  <a:close/>
                  <a:moveTo>
                    <a:pt x="0" y="239342"/>
                  </a:moveTo>
                  <a:lnTo>
                    <a:pt x="458177" y="239342"/>
                  </a:lnTo>
                  <a:lnTo>
                    <a:pt x="458177" y="356160"/>
                  </a:lnTo>
                  <a:lnTo>
                    <a:pt x="0" y="356160"/>
                  </a:lnTo>
                  <a:close/>
                  <a:moveTo>
                    <a:pt x="0" y="0"/>
                  </a:moveTo>
                  <a:lnTo>
                    <a:pt x="458177" y="0"/>
                  </a:lnTo>
                  <a:lnTo>
                    <a:pt x="458177" y="116818"/>
                  </a:lnTo>
                  <a:lnTo>
                    <a:pt x="0" y="116818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BCEE1A82-A574-4E53-AB1C-6E2CE5E0A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954" y="8847833"/>
              <a:ext cx="459066" cy="584625"/>
            </a:xfrm>
            <a:custGeom>
              <a:avLst/>
              <a:gdLst>
                <a:gd name="T0" fmla="*/ 463 w 517"/>
                <a:gd name="T1" fmla="*/ 658 h 659"/>
                <a:gd name="T2" fmla="*/ 258 w 517"/>
                <a:gd name="T3" fmla="*/ 658 h 659"/>
                <a:gd name="T4" fmla="*/ 52 w 517"/>
                <a:gd name="T5" fmla="*/ 658 h 659"/>
                <a:gd name="T6" fmla="*/ 52 w 517"/>
                <a:gd name="T7" fmla="*/ 658 h 659"/>
                <a:gd name="T8" fmla="*/ 15 w 517"/>
                <a:gd name="T9" fmla="*/ 642 h 659"/>
                <a:gd name="T10" fmla="*/ 15 w 517"/>
                <a:gd name="T11" fmla="*/ 642 h 659"/>
                <a:gd name="T12" fmla="*/ 0 w 517"/>
                <a:gd name="T13" fmla="*/ 606 h 659"/>
                <a:gd name="T14" fmla="*/ 0 w 517"/>
                <a:gd name="T15" fmla="*/ 329 h 659"/>
                <a:gd name="T16" fmla="*/ 0 w 517"/>
                <a:gd name="T17" fmla="*/ 53 h 659"/>
                <a:gd name="T18" fmla="*/ 0 w 517"/>
                <a:gd name="T19" fmla="*/ 53 h 659"/>
                <a:gd name="T20" fmla="*/ 15 w 517"/>
                <a:gd name="T21" fmla="*/ 16 h 659"/>
                <a:gd name="T22" fmla="*/ 15 w 517"/>
                <a:gd name="T23" fmla="*/ 16 h 659"/>
                <a:gd name="T24" fmla="*/ 52 w 517"/>
                <a:gd name="T25" fmla="*/ 0 h 659"/>
                <a:gd name="T26" fmla="*/ 258 w 517"/>
                <a:gd name="T27" fmla="*/ 0 h 659"/>
                <a:gd name="T28" fmla="*/ 463 w 517"/>
                <a:gd name="T29" fmla="*/ 0 h 659"/>
                <a:gd name="T30" fmla="*/ 463 w 517"/>
                <a:gd name="T31" fmla="*/ 0 h 659"/>
                <a:gd name="T32" fmla="*/ 500 w 517"/>
                <a:gd name="T33" fmla="*/ 16 h 659"/>
                <a:gd name="T34" fmla="*/ 500 w 517"/>
                <a:gd name="T35" fmla="*/ 16 h 659"/>
                <a:gd name="T36" fmla="*/ 516 w 517"/>
                <a:gd name="T37" fmla="*/ 53 h 659"/>
                <a:gd name="T38" fmla="*/ 516 w 517"/>
                <a:gd name="T39" fmla="*/ 329 h 659"/>
                <a:gd name="T40" fmla="*/ 516 w 517"/>
                <a:gd name="T41" fmla="*/ 606 h 659"/>
                <a:gd name="T42" fmla="*/ 516 w 517"/>
                <a:gd name="T43" fmla="*/ 606 h 659"/>
                <a:gd name="T44" fmla="*/ 500 w 517"/>
                <a:gd name="T45" fmla="*/ 642 h 659"/>
                <a:gd name="T46" fmla="*/ 500 w 517"/>
                <a:gd name="T47" fmla="*/ 642 h 659"/>
                <a:gd name="T48" fmla="*/ 463 w 517"/>
                <a:gd name="T49" fmla="*/ 658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17" h="659">
                  <a:moveTo>
                    <a:pt x="463" y="658"/>
                  </a:moveTo>
                  <a:lnTo>
                    <a:pt x="258" y="658"/>
                  </a:lnTo>
                  <a:lnTo>
                    <a:pt x="52" y="658"/>
                  </a:lnTo>
                  <a:lnTo>
                    <a:pt x="52" y="658"/>
                  </a:lnTo>
                  <a:cubicBezTo>
                    <a:pt x="37" y="658"/>
                    <a:pt x="24" y="652"/>
                    <a:pt x="15" y="642"/>
                  </a:cubicBezTo>
                  <a:lnTo>
                    <a:pt x="15" y="642"/>
                  </a:lnTo>
                  <a:cubicBezTo>
                    <a:pt x="5" y="633"/>
                    <a:pt x="0" y="620"/>
                    <a:pt x="0" y="606"/>
                  </a:cubicBezTo>
                  <a:lnTo>
                    <a:pt x="0" y="329"/>
                  </a:lnTo>
                  <a:lnTo>
                    <a:pt x="0" y="53"/>
                  </a:lnTo>
                  <a:lnTo>
                    <a:pt x="0" y="53"/>
                  </a:lnTo>
                  <a:cubicBezTo>
                    <a:pt x="0" y="38"/>
                    <a:pt x="5" y="25"/>
                    <a:pt x="15" y="16"/>
                  </a:cubicBezTo>
                  <a:lnTo>
                    <a:pt x="15" y="16"/>
                  </a:lnTo>
                  <a:cubicBezTo>
                    <a:pt x="24" y="6"/>
                    <a:pt x="37" y="0"/>
                    <a:pt x="52" y="0"/>
                  </a:cubicBezTo>
                  <a:lnTo>
                    <a:pt x="258" y="0"/>
                  </a:lnTo>
                  <a:lnTo>
                    <a:pt x="463" y="0"/>
                  </a:lnTo>
                  <a:lnTo>
                    <a:pt x="463" y="0"/>
                  </a:lnTo>
                  <a:cubicBezTo>
                    <a:pt x="478" y="0"/>
                    <a:pt x="491" y="6"/>
                    <a:pt x="500" y="16"/>
                  </a:cubicBezTo>
                  <a:lnTo>
                    <a:pt x="500" y="16"/>
                  </a:lnTo>
                  <a:cubicBezTo>
                    <a:pt x="510" y="25"/>
                    <a:pt x="516" y="38"/>
                    <a:pt x="516" y="53"/>
                  </a:cubicBezTo>
                  <a:lnTo>
                    <a:pt x="516" y="329"/>
                  </a:lnTo>
                  <a:lnTo>
                    <a:pt x="516" y="606"/>
                  </a:lnTo>
                  <a:lnTo>
                    <a:pt x="516" y="606"/>
                  </a:lnTo>
                  <a:cubicBezTo>
                    <a:pt x="516" y="620"/>
                    <a:pt x="510" y="633"/>
                    <a:pt x="500" y="642"/>
                  </a:cubicBezTo>
                  <a:lnTo>
                    <a:pt x="500" y="642"/>
                  </a:lnTo>
                  <a:cubicBezTo>
                    <a:pt x="491" y="652"/>
                    <a:pt x="478" y="658"/>
                    <a:pt x="463" y="65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F68F21E-E89B-40F3-BE5D-367DD56F0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954" y="8965543"/>
              <a:ext cx="458178" cy="352237"/>
            </a:xfrm>
            <a:custGeom>
              <a:avLst/>
              <a:gdLst>
                <a:gd name="connsiteX0" fmla="*/ 0 w 458178"/>
                <a:gd name="connsiteY0" fmla="*/ 235419 h 352237"/>
                <a:gd name="connsiteX1" fmla="*/ 458178 w 458178"/>
                <a:gd name="connsiteY1" fmla="*/ 235419 h 352237"/>
                <a:gd name="connsiteX2" fmla="*/ 458178 w 458178"/>
                <a:gd name="connsiteY2" fmla="*/ 352237 h 352237"/>
                <a:gd name="connsiteX3" fmla="*/ 0 w 458178"/>
                <a:gd name="connsiteY3" fmla="*/ 352237 h 352237"/>
                <a:gd name="connsiteX4" fmla="*/ 0 w 458178"/>
                <a:gd name="connsiteY4" fmla="*/ 0 h 352237"/>
                <a:gd name="connsiteX5" fmla="*/ 458178 w 458178"/>
                <a:gd name="connsiteY5" fmla="*/ 0 h 352237"/>
                <a:gd name="connsiteX6" fmla="*/ 458178 w 458178"/>
                <a:gd name="connsiteY6" fmla="*/ 116825 h 352237"/>
                <a:gd name="connsiteX7" fmla="*/ 0 w 458178"/>
                <a:gd name="connsiteY7" fmla="*/ 116825 h 35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8178" h="352237">
                  <a:moveTo>
                    <a:pt x="0" y="235419"/>
                  </a:moveTo>
                  <a:lnTo>
                    <a:pt x="458178" y="235419"/>
                  </a:lnTo>
                  <a:lnTo>
                    <a:pt x="458178" y="352237"/>
                  </a:lnTo>
                  <a:lnTo>
                    <a:pt x="0" y="352237"/>
                  </a:lnTo>
                  <a:close/>
                  <a:moveTo>
                    <a:pt x="0" y="0"/>
                  </a:moveTo>
                  <a:lnTo>
                    <a:pt x="458178" y="0"/>
                  </a:lnTo>
                  <a:lnTo>
                    <a:pt x="458178" y="116825"/>
                  </a:lnTo>
                  <a:lnTo>
                    <a:pt x="0" y="11682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0" name="Freeform 17">
              <a:extLst>
                <a:ext uri="{FF2B5EF4-FFF2-40B4-BE49-F238E27FC236}">
                  <a16:creationId xmlns:a16="http://schemas.microsoft.com/office/drawing/2014/main" id="{F05AC478-FF00-4B3A-B86C-0385352B0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0589" y="8471163"/>
              <a:ext cx="1310500" cy="957371"/>
            </a:xfrm>
            <a:custGeom>
              <a:avLst/>
              <a:gdLst>
                <a:gd name="T0" fmla="*/ 0 w 1474"/>
                <a:gd name="T1" fmla="*/ 214 h 1074"/>
                <a:gd name="T2" fmla="*/ 0 w 1474"/>
                <a:gd name="T3" fmla="*/ 858 h 1074"/>
                <a:gd name="T4" fmla="*/ 0 w 1474"/>
                <a:gd name="T5" fmla="*/ 858 h 1074"/>
                <a:gd name="T6" fmla="*/ 81 w 1474"/>
                <a:gd name="T7" fmla="*/ 1025 h 1074"/>
                <a:gd name="T8" fmla="*/ 81 w 1474"/>
                <a:gd name="T9" fmla="*/ 1025 h 1074"/>
                <a:gd name="T10" fmla="*/ 215 w 1474"/>
                <a:gd name="T11" fmla="*/ 1073 h 1074"/>
                <a:gd name="T12" fmla="*/ 1235 w 1474"/>
                <a:gd name="T13" fmla="*/ 1073 h 1074"/>
                <a:gd name="T14" fmla="*/ 1235 w 1474"/>
                <a:gd name="T15" fmla="*/ 1073 h 1074"/>
                <a:gd name="T16" fmla="*/ 1392 w 1474"/>
                <a:gd name="T17" fmla="*/ 1014 h 1074"/>
                <a:gd name="T18" fmla="*/ 1392 w 1474"/>
                <a:gd name="T19" fmla="*/ 1014 h 1074"/>
                <a:gd name="T20" fmla="*/ 1473 w 1474"/>
                <a:gd name="T21" fmla="*/ 834 h 1074"/>
                <a:gd name="T22" fmla="*/ 1473 w 1474"/>
                <a:gd name="T23" fmla="*/ 238 h 1074"/>
                <a:gd name="T24" fmla="*/ 1473 w 1474"/>
                <a:gd name="T25" fmla="*/ 238 h 1074"/>
                <a:gd name="T26" fmla="*/ 1404 w 1474"/>
                <a:gd name="T27" fmla="*/ 69 h 1074"/>
                <a:gd name="T28" fmla="*/ 1404 w 1474"/>
                <a:gd name="T29" fmla="*/ 69 h 1074"/>
                <a:gd name="T30" fmla="*/ 1235 w 1474"/>
                <a:gd name="T31" fmla="*/ 0 h 1074"/>
                <a:gd name="T32" fmla="*/ 215 w 1474"/>
                <a:gd name="T33" fmla="*/ 0 h 1074"/>
                <a:gd name="T34" fmla="*/ 215 w 1474"/>
                <a:gd name="T35" fmla="*/ 0 h 1074"/>
                <a:gd name="T36" fmla="*/ 81 w 1474"/>
                <a:gd name="T37" fmla="*/ 47 h 1074"/>
                <a:gd name="T38" fmla="*/ 81 w 1474"/>
                <a:gd name="T39" fmla="*/ 47 h 1074"/>
                <a:gd name="T40" fmla="*/ 0 w 1474"/>
                <a:gd name="T41" fmla="*/ 214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74" h="1074">
                  <a:moveTo>
                    <a:pt x="0" y="214"/>
                  </a:moveTo>
                  <a:lnTo>
                    <a:pt x="0" y="858"/>
                  </a:lnTo>
                  <a:lnTo>
                    <a:pt x="0" y="858"/>
                  </a:lnTo>
                  <a:cubicBezTo>
                    <a:pt x="0" y="926"/>
                    <a:pt x="32" y="986"/>
                    <a:pt x="81" y="1025"/>
                  </a:cubicBezTo>
                  <a:lnTo>
                    <a:pt x="81" y="1025"/>
                  </a:lnTo>
                  <a:cubicBezTo>
                    <a:pt x="118" y="1055"/>
                    <a:pt x="165" y="1073"/>
                    <a:pt x="215" y="1073"/>
                  </a:cubicBezTo>
                  <a:lnTo>
                    <a:pt x="1235" y="1073"/>
                  </a:lnTo>
                  <a:lnTo>
                    <a:pt x="1235" y="1073"/>
                  </a:lnTo>
                  <a:cubicBezTo>
                    <a:pt x="1295" y="1073"/>
                    <a:pt x="1350" y="1051"/>
                    <a:pt x="1392" y="1014"/>
                  </a:cubicBezTo>
                  <a:lnTo>
                    <a:pt x="1392" y="1014"/>
                  </a:lnTo>
                  <a:cubicBezTo>
                    <a:pt x="1441" y="970"/>
                    <a:pt x="1473" y="906"/>
                    <a:pt x="1473" y="834"/>
                  </a:cubicBezTo>
                  <a:lnTo>
                    <a:pt x="1473" y="238"/>
                  </a:lnTo>
                  <a:lnTo>
                    <a:pt x="1473" y="238"/>
                  </a:lnTo>
                  <a:cubicBezTo>
                    <a:pt x="1473" y="172"/>
                    <a:pt x="1447" y="113"/>
                    <a:pt x="1404" y="69"/>
                  </a:cubicBezTo>
                  <a:lnTo>
                    <a:pt x="1404" y="69"/>
                  </a:lnTo>
                  <a:cubicBezTo>
                    <a:pt x="1360" y="27"/>
                    <a:pt x="1300" y="0"/>
                    <a:pt x="1235" y="0"/>
                  </a:cubicBezTo>
                  <a:lnTo>
                    <a:pt x="215" y="0"/>
                  </a:lnTo>
                  <a:lnTo>
                    <a:pt x="215" y="0"/>
                  </a:lnTo>
                  <a:cubicBezTo>
                    <a:pt x="165" y="0"/>
                    <a:pt x="118" y="18"/>
                    <a:pt x="81" y="47"/>
                  </a:cubicBezTo>
                  <a:lnTo>
                    <a:pt x="81" y="47"/>
                  </a:lnTo>
                  <a:cubicBezTo>
                    <a:pt x="32" y="87"/>
                    <a:pt x="0" y="148"/>
                    <a:pt x="0" y="214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1" name="Freeform 18">
              <a:extLst>
                <a:ext uri="{FF2B5EF4-FFF2-40B4-BE49-F238E27FC236}">
                  <a16:creationId xmlns:a16="http://schemas.microsoft.com/office/drawing/2014/main" id="{C1650A17-B292-49A7-BB86-95B4155AF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3475" y="8643803"/>
              <a:ext cx="682715" cy="612090"/>
            </a:xfrm>
            <a:custGeom>
              <a:avLst/>
              <a:gdLst>
                <a:gd name="T0" fmla="*/ 742 w 768"/>
                <a:gd name="T1" fmla="*/ 538 h 689"/>
                <a:gd name="T2" fmla="*/ 213 w 768"/>
                <a:gd name="T3" fmla="*/ 538 h 689"/>
                <a:gd name="T4" fmla="*/ 271 w 768"/>
                <a:gd name="T5" fmla="*/ 431 h 689"/>
                <a:gd name="T6" fmla="*/ 271 w 768"/>
                <a:gd name="T7" fmla="*/ 431 h 689"/>
                <a:gd name="T8" fmla="*/ 274 w 768"/>
                <a:gd name="T9" fmla="*/ 421 h 689"/>
                <a:gd name="T10" fmla="*/ 668 w 768"/>
                <a:gd name="T11" fmla="*/ 421 h 689"/>
                <a:gd name="T12" fmla="*/ 767 w 768"/>
                <a:gd name="T13" fmla="*/ 116 h 689"/>
                <a:gd name="T14" fmla="*/ 176 w 768"/>
                <a:gd name="T15" fmla="*/ 116 h 689"/>
                <a:gd name="T16" fmla="*/ 144 w 768"/>
                <a:gd name="T17" fmla="*/ 15 h 689"/>
                <a:gd name="T18" fmla="*/ 144 w 768"/>
                <a:gd name="T19" fmla="*/ 15 h 689"/>
                <a:gd name="T20" fmla="*/ 124 w 768"/>
                <a:gd name="T21" fmla="*/ 0 h 689"/>
                <a:gd name="T22" fmla="*/ 21 w 768"/>
                <a:gd name="T23" fmla="*/ 0 h 689"/>
                <a:gd name="T24" fmla="*/ 21 w 768"/>
                <a:gd name="T25" fmla="*/ 0 h 689"/>
                <a:gd name="T26" fmla="*/ 0 w 768"/>
                <a:gd name="T27" fmla="*/ 21 h 689"/>
                <a:gd name="T28" fmla="*/ 0 w 768"/>
                <a:gd name="T29" fmla="*/ 21 h 689"/>
                <a:gd name="T30" fmla="*/ 21 w 768"/>
                <a:gd name="T31" fmla="*/ 41 h 689"/>
                <a:gd name="T32" fmla="*/ 110 w 768"/>
                <a:gd name="T33" fmla="*/ 41 h 689"/>
                <a:gd name="T34" fmla="*/ 232 w 768"/>
                <a:gd name="T35" fmla="*/ 419 h 689"/>
                <a:gd name="T36" fmla="*/ 162 w 768"/>
                <a:gd name="T37" fmla="*/ 549 h 689"/>
                <a:gd name="T38" fmla="*/ 162 w 768"/>
                <a:gd name="T39" fmla="*/ 549 h 689"/>
                <a:gd name="T40" fmla="*/ 162 w 768"/>
                <a:gd name="T41" fmla="*/ 568 h 689"/>
                <a:gd name="T42" fmla="*/ 162 w 768"/>
                <a:gd name="T43" fmla="*/ 568 h 689"/>
                <a:gd name="T44" fmla="*/ 179 w 768"/>
                <a:gd name="T45" fmla="*/ 579 h 689"/>
                <a:gd name="T46" fmla="*/ 251 w 768"/>
                <a:gd name="T47" fmla="*/ 579 h 689"/>
                <a:gd name="T48" fmla="*/ 251 w 768"/>
                <a:gd name="T49" fmla="*/ 579 h 689"/>
                <a:gd name="T50" fmla="*/ 241 w 768"/>
                <a:gd name="T51" fmla="*/ 615 h 689"/>
                <a:gd name="T52" fmla="*/ 241 w 768"/>
                <a:gd name="T53" fmla="*/ 615 h 689"/>
                <a:gd name="T54" fmla="*/ 315 w 768"/>
                <a:gd name="T55" fmla="*/ 688 h 689"/>
                <a:gd name="T56" fmla="*/ 315 w 768"/>
                <a:gd name="T57" fmla="*/ 688 h 689"/>
                <a:gd name="T58" fmla="*/ 389 w 768"/>
                <a:gd name="T59" fmla="*/ 615 h 689"/>
                <a:gd name="T60" fmla="*/ 389 w 768"/>
                <a:gd name="T61" fmla="*/ 615 h 689"/>
                <a:gd name="T62" fmla="*/ 379 w 768"/>
                <a:gd name="T63" fmla="*/ 579 h 689"/>
                <a:gd name="T64" fmla="*/ 588 w 768"/>
                <a:gd name="T65" fmla="*/ 579 h 689"/>
                <a:gd name="T66" fmla="*/ 588 w 768"/>
                <a:gd name="T67" fmla="*/ 579 h 689"/>
                <a:gd name="T68" fmla="*/ 578 w 768"/>
                <a:gd name="T69" fmla="*/ 615 h 689"/>
                <a:gd name="T70" fmla="*/ 578 w 768"/>
                <a:gd name="T71" fmla="*/ 615 h 689"/>
                <a:gd name="T72" fmla="*/ 652 w 768"/>
                <a:gd name="T73" fmla="*/ 688 h 689"/>
                <a:gd name="T74" fmla="*/ 652 w 768"/>
                <a:gd name="T75" fmla="*/ 688 h 689"/>
                <a:gd name="T76" fmla="*/ 726 w 768"/>
                <a:gd name="T77" fmla="*/ 615 h 689"/>
                <a:gd name="T78" fmla="*/ 726 w 768"/>
                <a:gd name="T79" fmla="*/ 615 h 689"/>
                <a:gd name="T80" fmla="*/ 717 w 768"/>
                <a:gd name="T81" fmla="*/ 579 h 689"/>
                <a:gd name="T82" fmla="*/ 742 w 768"/>
                <a:gd name="T83" fmla="*/ 579 h 689"/>
                <a:gd name="T84" fmla="*/ 742 w 768"/>
                <a:gd name="T85" fmla="*/ 579 h 689"/>
                <a:gd name="T86" fmla="*/ 762 w 768"/>
                <a:gd name="T87" fmla="*/ 558 h 689"/>
                <a:gd name="T88" fmla="*/ 762 w 768"/>
                <a:gd name="T89" fmla="*/ 558 h 689"/>
                <a:gd name="T90" fmla="*/ 742 w 768"/>
                <a:gd name="T91" fmla="*/ 538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68" h="689">
                  <a:moveTo>
                    <a:pt x="742" y="538"/>
                  </a:moveTo>
                  <a:lnTo>
                    <a:pt x="213" y="538"/>
                  </a:lnTo>
                  <a:lnTo>
                    <a:pt x="271" y="431"/>
                  </a:lnTo>
                  <a:lnTo>
                    <a:pt x="271" y="431"/>
                  </a:lnTo>
                  <a:cubicBezTo>
                    <a:pt x="273" y="428"/>
                    <a:pt x="274" y="425"/>
                    <a:pt x="274" y="421"/>
                  </a:cubicBezTo>
                  <a:lnTo>
                    <a:pt x="668" y="421"/>
                  </a:lnTo>
                  <a:lnTo>
                    <a:pt x="767" y="116"/>
                  </a:lnTo>
                  <a:lnTo>
                    <a:pt x="176" y="116"/>
                  </a:lnTo>
                  <a:lnTo>
                    <a:pt x="144" y="15"/>
                  </a:lnTo>
                  <a:lnTo>
                    <a:pt x="144" y="15"/>
                  </a:lnTo>
                  <a:cubicBezTo>
                    <a:pt x="141" y="6"/>
                    <a:pt x="133" y="0"/>
                    <a:pt x="124" y="0"/>
                  </a:cubicBezTo>
                  <a:lnTo>
                    <a:pt x="21" y="0"/>
                  </a:lnTo>
                  <a:lnTo>
                    <a:pt x="21" y="0"/>
                  </a:lnTo>
                  <a:cubicBezTo>
                    <a:pt x="10" y="0"/>
                    <a:pt x="0" y="9"/>
                    <a:pt x="0" y="21"/>
                  </a:cubicBezTo>
                  <a:lnTo>
                    <a:pt x="0" y="21"/>
                  </a:lnTo>
                  <a:cubicBezTo>
                    <a:pt x="0" y="32"/>
                    <a:pt x="10" y="41"/>
                    <a:pt x="21" y="41"/>
                  </a:cubicBezTo>
                  <a:lnTo>
                    <a:pt x="110" y="41"/>
                  </a:lnTo>
                  <a:lnTo>
                    <a:pt x="232" y="419"/>
                  </a:lnTo>
                  <a:lnTo>
                    <a:pt x="162" y="549"/>
                  </a:lnTo>
                  <a:lnTo>
                    <a:pt x="162" y="549"/>
                  </a:lnTo>
                  <a:cubicBezTo>
                    <a:pt x="158" y="555"/>
                    <a:pt x="158" y="563"/>
                    <a:pt x="162" y="568"/>
                  </a:cubicBezTo>
                  <a:lnTo>
                    <a:pt x="162" y="568"/>
                  </a:lnTo>
                  <a:cubicBezTo>
                    <a:pt x="165" y="574"/>
                    <a:pt x="172" y="579"/>
                    <a:pt x="179" y="579"/>
                  </a:cubicBezTo>
                  <a:lnTo>
                    <a:pt x="251" y="579"/>
                  </a:lnTo>
                  <a:lnTo>
                    <a:pt x="251" y="579"/>
                  </a:lnTo>
                  <a:cubicBezTo>
                    <a:pt x="245" y="589"/>
                    <a:pt x="241" y="601"/>
                    <a:pt x="241" y="615"/>
                  </a:cubicBezTo>
                  <a:lnTo>
                    <a:pt x="241" y="615"/>
                  </a:lnTo>
                  <a:cubicBezTo>
                    <a:pt x="241" y="655"/>
                    <a:pt x="274" y="688"/>
                    <a:pt x="315" y="688"/>
                  </a:cubicBezTo>
                  <a:lnTo>
                    <a:pt x="315" y="688"/>
                  </a:lnTo>
                  <a:cubicBezTo>
                    <a:pt x="355" y="688"/>
                    <a:pt x="389" y="655"/>
                    <a:pt x="389" y="615"/>
                  </a:cubicBezTo>
                  <a:lnTo>
                    <a:pt x="389" y="615"/>
                  </a:lnTo>
                  <a:cubicBezTo>
                    <a:pt x="389" y="601"/>
                    <a:pt x="385" y="589"/>
                    <a:pt x="379" y="579"/>
                  </a:cubicBezTo>
                  <a:lnTo>
                    <a:pt x="588" y="579"/>
                  </a:lnTo>
                  <a:lnTo>
                    <a:pt x="588" y="579"/>
                  </a:lnTo>
                  <a:cubicBezTo>
                    <a:pt x="582" y="589"/>
                    <a:pt x="578" y="601"/>
                    <a:pt x="578" y="615"/>
                  </a:cubicBezTo>
                  <a:lnTo>
                    <a:pt x="578" y="615"/>
                  </a:lnTo>
                  <a:cubicBezTo>
                    <a:pt x="578" y="655"/>
                    <a:pt x="611" y="688"/>
                    <a:pt x="652" y="688"/>
                  </a:cubicBezTo>
                  <a:lnTo>
                    <a:pt x="652" y="688"/>
                  </a:lnTo>
                  <a:cubicBezTo>
                    <a:pt x="693" y="688"/>
                    <a:pt x="726" y="655"/>
                    <a:pt x="726" y="615"/>
                  </a:cubicBezTo>
                  <a:lnTo>
                    <a:pt x="726" y="615"/>
                  </a:lnTo>
                  <a:cubicBezTo>
                    <a:pt x="726" y="601"/>
                    <a:pt x="723" y="589"/>
                    <a:pt x="717" y="579"/>
                  </a:cubicBezTo>
                  <a:lnTo>
                    <a:pt x="742" y="579"/>
                  </a:lnTo>
                  <a:lnTo>
                    <a:pt x="742" y="579"/>
                  </a:lnTo>
                  <a:cubicBezTo>
                    <a:pt x="753" y="579"/>
                    <a:pt x="762" y="570"/>
                    <a:pt x="762" y="558"/>
                  </a:cubicBezTo>
                  <a:lnTo>
                    <a:pt x="762" y="558"/>
                  </a:lnTo>
                  <a:cubicBezTo>
                    <a:pt x="762" y="547"/>
                    <a:pt x="753" y="538"/>
                    <a:pt x="742" y="53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2" name="Freeform 19">
              <a:extLst>
                <a:ext uri="{FF2B5EF4-FFF2-40B4-BE49-F238E27FC236}">
                  <a16:creationId xmlns:a16="http://schemas.microsoft.com/office/drawing/2014/main" id="{218D1E10-6AC8-4D84-AB92-9FC36CD4D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592" y="8459393"/>
              <a:ext cx="1400745" cy="957371"/>
            </a:xfrm>
            <a:custGeom>
              <a:avLst/>
              <a:gdLst>
                <a:gd name="T0" fmla="*/ 1575 w 1576"/>
                <a:gd name="T1" fmla="*/ 0 h 1074"/>
                <a:gd name="T2" fmla="*/ 0 w 1576"/>
                <a:gd name="T3" fmla="*/ 0 h 1074"/>
                <a:gd name="T4" fmla="*/ 0 w 1576"/>
                <a:gd name="T5" fmla="*/ 1073 h 1074"/>
                <a:gd name="T6" fmla="*/ 1575 w 1576"/>
                <a:gd name="T7" fmla="*/ 1073 h 1074"/>
                <a:gd name="T8" fmla="*/ 1575 w 1576"/>
                <a:gd name="T9" fmla="*/ 0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6" h="1074">
                  <a:moveTo>
                    <a:pt x="1575" y="0"/>
                  </a:moveTo>
                  <a:lnTo>
                    <a:pt x="0" y="0"/>
                  </a:lnTo>
                  <a:lnTo>
                    <a:pt x="0" y="1073"/>
                  </a:lnTo>
                  <a:lnTo>
                    <a:pt x="1575" y="1073"/>
                  </a:lnTo>
                  <a:lnTo>
                    <a:pt x="1575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8A1AACF-C236-4AE6-AC4C-F413E2B7E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6583" y="8712956"/>
              <a:ext cx="467512" cy="467505"/>
            </a:xfrm>
            <a:custGeom>
              <a:avLst/>
              <a:gdLst>
                <a:gd name="connsiteX0" fmla="*/ 376232 w 467512"/>
                <a:gd name="connsiteY0" fmla="*/ 335678 h 467505"/>
                <a:gd name="connsiteX1" fmla="*/ 333971 w 467512"/>
                <a:gd name="connsiteY1" fmla="*/ 377261 h 467505"/>
                <a:gd name="connsiteX2" fmla="*/ 376232 w 467512"/>
                <a:gd name="connsiteY2" fmla="*/ 420614 h 467505"/>
                <a:gd name="connsiteX3" fmla="*/ 418492 w 467512"/>
                <a:gd name="connsiteY3" fmla="*/ 377261 h 467505"/>
                <a:gd name="connsiteX4" fmla="*/ 376232 w 467512"/>
                <a:gd name="connsiteY4" fmla="*/ 335678 h 467505"/>
                <a:gd name="connsiteX5" fmla="*/ 376232 w 467512"/>
                <a:gd name="connsiteY5" fmla="*/ 287902 h 467505"/>
                <a:gd name="connsiteX6" fmla="*/ 466036 w 467512"/>
                <a:gd name="connsiteY6" fmla="*/ 377261 h 467505"/>
                <a:gd name="connsiteX7" fmla="*/ 376232 w 467512"/>
                <a:gd name="connsiteY7" fmla="*/ 467505 h 467505"/>
                <a:gd name="connsiteX8" fmla="*/ 286428 w 467512"/>
                <a:gd name="connsiteY8" fmla="*/ 377261 h 467505"/>
                <a:gd name="connsiteX9" fmla="*/ 376232 w 467512"/>
                <a:gd name="connsiteY9" fmla="*/ 287902 h 467505"/>
                <a:gd name="connsiteX10" fmla="*/ 89804 w 467512"/>
                <a:gd name="connsiteY10" fmla="*/ 48137 h 467505"/>
                <a:gd name="connsiteX11" fmla="*/ 46663 w 467512"/>
                <a:gd name="connsiteY11" fmla="*/ 91278 h 467505"/>
                <a:gd name="connsiteX12" fmla="*/ 89804 w 467512"/>
                <a:gd name="connsiteY12" fmla="*/ 133538 h 467505"/>
                <a:gd name="connsiteX13" fmla="*/ 132064 w 467512"/>
                <a:gd name="connsiteY13" fmla="*/ 91278 h 467505"/>
                <a:gd name="connsiteX14" fmla="*/ 89804 w 467512"/>
                <a:gd name="connsiteY14" fmla="*/ 48137 h 467505"/>
                <a:gd name="connsiteX15" fmla="*/ 89804 w 467512"/>
                <a:gd name="connsiteY15" fmla="*/ 1474 h 467505"/>
                <a:gd name="connsiteX16" fmla="*/ 179608 w 467512"/>
                <a:gd name="connsiteY16" fmla="*/ 91278 h 467505"/>
                <a:gd name="connsiteX17" fmla="*/ 89804 w 467512"/>
                <a:gd name="connsiteY17" fmla="*/ 181082 h 467505"/>
                <a:gd name="connsiteX18" fmla="*/ 0 w 467512"/>
                <a:gd name="connsiteY18" fmla="*/ 91278 h 467505"/>
                <a:gd name="connsiteX19" fmla="*/ 89804 w 467512"/>
                <a:gd name="connsiteY19" fmla="*/ 1474 h 467505"/>
                <a:gd name="connsiteX20" fmla="*/ 443683 w 467512"/>
                <a:gd name="connsiteY20" fmla="*/ 0 h 467505"/>
                <a:gd name="connsiteX21" fmla="*/ 460198 w 467512"/>
                <a:gd name="connsiteY21" fmla="*/ 7343 h 467505"/>
                <a:gd name="connsiteX22" fmla="*/ 460198 w 467512"/>
                <a:gd name="connsiteY22" fmla="*/ 40275 h 467505"/>
                <a:gd name="connsiteX23" fmla="*/ 42562 w 467512"/>
                <a:gd name="connsiteY23" fmla="*/ 460380 h 467505"/>
                <a:gd name="connsiteX24" fmla="*/ 25714 w 467512"/>
                <a:gd name="connsiteY24" fmla="*/ 467500 h 467505"/>
                <a:gd name="connsiteX25" fmla="*/ 8867 w 467512"/>
                <a:gd name="connsiteY25" fmla="*/ 460380 h 467505"/>
                <a:gd name="connsiteX26" fmla="*/ 8867 w 467512"/>
                <a:gd name="connsiteY26" fmla="*/ 426557 h 467505"/>
                <a:gd name="connsiteX27" fmla="*/ 426503 w 467512"/>
                <a:gd name="connsiteY27" fmla="*/ 7343 h 467505"/>
                <a:gd name="connsiteX28" fmla="*/ 443683 w 467512"/>
                <a:gd name="connsiteY28" fmla="*/ 0 h 467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67512" h="467505">
                  <a:moveTo>
                    <a:pt x="376232" y="335678"/>
                  </a:moveTo>
                  <a:cubicBezTo>
                    <a:pt x="353341" y="335678"/>
                    <a:pt x="333971" y="354258"/>
                    <a:pt x="333971" y="377261"/>
                  </a:cubicBezTo>
                  <a:cubicBezTo>
                    <a:pt x="333971" y="401149"/>
                    <a:pt x="353341" y="420614"/>
                    <a:pt x="376232" y="420614"/>
                  </a:cubicBezTo>
                  <a:cubicBezTo>
                    <a:pt x="400003" y="420614"/>
                    <a:pt x="418492" y="401149"/>
                    <a:pt x="418492" y="377261"/>
                  </a:cubicBezTo>
                  <a:cubicBezTo>
                    <a:pt x="418492" y="354258"/>
                    <a:pt x="400003" y="335678"/>
                    <a:pt x="376232" y="335678"/>
                  </a:cubicBezTo>
                  <a:close/>
                  <a:moveTo>
                    <a:pt x="376232" y="287902"/>
                  </a:moveTo>
                  <a:cubicBezTo>
                    <a:pt x="425536" y="287902"/>
                    <a:pt x="466036" y="327716"/>
                    <a:pt x="466036" y="377261"/>
                  </a:cubicBezTo>
                  <a:cubicBezTo>
                    <a:pt x="466036" y="427692"/>
                    <a:pt x="425536" y="467505"/>
                    <a:pt x="376232" y="467505"/>
                  </a:cubicBezTo>
                  <a:cubicBezTo>
                    <a:pt x="326928" y="467505"/>
                    <a:pt x="286428" y="427692"/>
                    <a:pt x="286428" y="377261"/>
                  </a:cubicBezTo>
                  <a:cubicBezTo>
                    <a:pt x="286428" y="327716"/>
                    <a:pt x="326928" y="287902"/>
                    <a:pt x="376232" y="287902"/>
                  </a:cubicBezTo>
                  <a:close/>
                  <a:moveTo>
                    <a:pt x="89804" y="48137"/>
                  </a:moveTo>
                  <a:cubicBezTo>
                    <a:pt x="66913" y="48137"/>
                    <a:pt x="46663" y="67506"/>
                    <a:pt x="46663" y="91278"/>
                  </a:cubicBezTo>
                  <a:cubicBezTo>
                    <a:pt x="46663" y="114169"/>
                    <a:pt x="66913" y="133538"/>
                    <a:pt x="89804" y="133538"/>
                  </a:cubicBezTo>
                  <a:cubicBezTo>
                    <a:pt x="113575" y="133538"/>
                    <a:pt x="132064" y="114169"/>
                    <a:pt x="132064" y="91278"/>
                  </a:cubicBezTo>
                  <a:cubicBezTo>
                    <a:pt x="132064" y="67506"/>
                    <a:pt x="113575" y="48137"/>
                    <a:pt x="89804" y="48137"/>
                  </a:cubicBezTo>
                  <a:close/>
                  <a:moveTo>
                    <a:pt x="89804" y="1474"/>
                  </a:moveTo>
                  <a:cubicBezTo>
                    <a:pt x="139108" y="1474"/>
                    <a:pt x="179608" y="41093"/>
                    <a:pt x="179608" y="91278"/>
                  </a:cubicBezTo>
                  <a:cubicBezTo>
                    <a:pt x="179608" y="139701"/>
                    <a:pt x="139108" y="181082"/>
                    <a:pt x="89804" y="181082"/>
                  </a:cubicBezTo>
                  <a:cubicBezTo>
                    <a:pt x="40500" y="181082"/>
                    <a:pt x="0" y="139701"/>
                    <a:pt x="0" y="91278"/>
                  </a:cubicBezTo>
                  <a:cubicBezTo>
                    <a:pt x="0" y="41093"/>
                    <a:pt x="40500" y="1474"/>
                    <a:pt x="89804" y="1474"/>
                  </a:cubicBezTo>
                  <a:close/>
                  <a:moveTo>
                    <a:pt x="443683" y="0"/>
                  </a:moveTo>
                  <a:cubicBezTo>
                    <a:pt x="449779" y="0"/>
                    <a:pt x="455765" y="2448"/>
                    <a:pt x="460198" y="7343"/>
                  </a:cubicBezTo>
                  <a:cubicBezTo>
                    <a:pt x="469951" y="16243"/>
                    <a:pt x="469951" y="31374"/>
                    <a:pt x="460198" y="40275"/>
                  </a:cubicBezTo>
                  <a:lnTo>
                    <a:pt x="42562" y="460380"/>
                  </a:lnTo>
                  <a:cubicBezTo>
                    <a:pt x="37241" y="464830"/>
                    <a:pt x="31921" y="467500"/>
                    <a:pt x="25714" y="467500"/>
                  </a:cubicBezTo>
                  <a:cubicBezTo>
                    <a:pt x="19507" y="467500"/>
                    <a:pt x="13301" y="464830"/>
                    <a:pt x="8867" y="460380"/>
                  </a:cubicBezTo>
                  <a:cubicBezTo>
                    <a:pt x="0" y="451479"/>
                    <a:pt x="0" y="435458"/>
                    <a:pt x="8867" y="426557"/>
                  </a:cubicBezTo>
                  <a:lnTo>
                    <a:pt x="426503" y="7343"/>
                  </a:lnTo>
                  <a:cubicBezTo>
                    <a:pt x="431380" y="2448"/>
                    <a:pt x="437587" y="0"/>
                    <a:pt x="44368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4" name="Freeform 23">
              <a:extLst>
                <a:ext uri="{FF2B5EF4-FFF2-40B4-BE49-F238E27FC236}">
                  <a16:creationId xmlns:a16="http://schemas.microsoft.com/office/drawing/2014/main" id="{995FA270-CBC3-479B-8691-9B1C9D2DE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6667" y="7305839"/>
              <a:ext cx="1314422" cy="772958"/>
            </a:xfrm>
            <a:custGeom>
              <a:avLst/>
              <a:gdLst>
                <a:gd name="T0" fmla="*/ 1341 w 1476"/>
                <a:gd name="T1" fmla="*/ 867 h 868"/>
                <a:gd name="T2" fmla="*/ 738 w 1476"/>
                <a:gd name="T3" fmla="*/ 867 h 868"/>
                <a:gd name="T4" fmla="*/ 134 w 1476"/>
                <a:gd name="T5" fmla="*/ 867 h 868"/>
                <a:gd name="T6" fmla="*/ 134 w 1476"/>
                <a:gd name="T7" fmla="*/ 867 h 868"/>
                <a:gd name="T8" fmla="*/ 39 w 1476"/>
                <a:gd name="T9" fmla="*/ 827 h 868"/>
                <a:gd name="T10" fmla="*/ 39 w 1476"/>
                <a:gd name="T11" fmla="*/ 827 h 868"/>
                <a:gd name="T12" fmla="*/ 0 w 1476"/>
                <a:gd name="T13" fmla="*/ 733 h 868"/>
                <a:gd name="T14" fmla="*/ 0 w 1476"/>
                <a:gd name="T15" fmla="*/ 433 h 868"/>
                <a:gd name="T16" fmla="*/ 0 w 1476"/>
                <a:gd name="T17" fmla="*/ 135 h 868"/>
                <a:gd name="T18" fmla="*/ 0 w 1476"/>
                <a:gd name="T19" fmla="*/ 135 h 868"/>
                <a:gd name="T20" fmla="*/ 39 w 1476"/>
                <a:gd name="T21" fmla="*/ 40 h 868"/>
                <a:gd name="T22" fmla="*/ 39 w 1476"/>
                <a:gd name="T23" fmla="*/ 40 h 868"/>
                <a:gd name="T24" fmla="*/ 134 w 1476"/>
                <a:gd name="T25" fmla="*/ 0 h 868"/>
                <a:gd name="T26" fmla="*/ 738 w 1476"/>
                <a:gd name="T27" fmla="*/ 0 h 868"/>
                <a:gd name="T28" fmla="*/ 1341 w 1476"/>
                <a:gd name="T29" fmla="*/ 0 h 868"/>
                <a:gd name="T30" fmla="*/ 1341 w 1476"/>
                <a:gd name="T31" fmla="*/ 0 h 868"/>
                <a:gd name="T32" fmla="*/ 1435 w 1476"/>
                <a:gd name="T33" fmla="*/ 40 h 868"/>
                <a:gd name="T34" fmla="*/ 1435 w 1476"/>
                <a:gd name="T35" fmla="*/ 40 h 868"/>
                <a:gd name="T36" fmla="*/ 1475 w 1476"/>
                <a:gd name="T37" fmla="*/ 135 h 868"/>
                <a:gd name="T38" fmla="*/ 1475 w 1476"/>
                <a:gd name="T39" fmla="*/ 433 h 868"/>
                <a:gd name="T40" fmla="*/ 1475 w 1476"/>
                <a:gd name="T41" fmla="*/ 733 h 868"/>
                <a:gd name="T42" fmla="*/ 1475 w 1476"/>
                <a:gd name="T43" fmla="*/ 733 h 868"/>
                <a:gd name="T44" fmla="*/ 1435 w 1476"/>
                <a:gd name="T45" fmla="*/ 827 h 868"/>
                <a:gd name="T46" fmla="*/ 1435 w 1476"/>
                <a:gd name="T47" fmla="*/ 827 h 868"/>
                <a:gd name="T48" fmla="*/ 1341 w 1476"/>
                <a:gd name="T49" fmla="*/ 867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76" h="868">
                  <a:moveTo>
                    <a:pt x="1341" y="867"/>
                  </a:moveTo>
                  <a:lnTo>
                    <a:pt x="738" y="867"/>
                  </a:lnTo>
                  <a:lnTo>
                    <a:pt x="134" y="867"/>
                  </a:lnTo>
                  <a:lnTo>
                    <a:pt x="134" y="867"/>
                  </a:lnTo>
                  <a:cubicBezTo>
                    <a:pt x="97" y="867"/>
                    <a:pt x="64" y="852"/>
                    <a:pt x="39" y="827"/>
                  </a:cubicBezTo>
                  <a:lnTo>
                    <a:pt x="39" y="827"/>
                  </a:lnTo>
                  <a:cubicBezTo>
                    <a:pt x="15" y="803"/>
                    <a:pt x="0" y="770"/>
                    <a:pt x="0" y="733"/>
                  </a:cubicBezTo>
                  <a:lnTo>
                    <a:pt x="0" y="433"/>
                  </a:lnTo>
                  <a:lnTo>
                    <a:pt x="0" y="135"/>
                  </a:lnTo>
                  <a:lnTo>
                    <a:pt x="0" y="135"/>
                  </a:lnTo>
                  <a:cubicBezTo>
                    <a:pt x="0" y="98"/>
                    <a:pt x="15" y="63"/>
                    <a:pt x="39" y="40"/>
                  </a:cubicBezTo>
                  <a:lnTo>
                    <a:pt x="39" y="40"/>
                  </a:lnTo>
                  <a:cubicBezTo>
                    <a:pt x="64" y="16"/>
                    <a:pt x="97" y="0"/>
                    <a:pt x="134" y="0"/>
                  </a:cubicBezTo>
                  <a:lnTo>
                    <a:pt x="738" y="0"/>
                  </a:lnTo>
                  <a:lnTo>
                    <a:pt x="1341" y="0"/>
                  </a:lnTo>
                  <a:lnTo>
                    <a:pt x="1341" y="0"/>
                  </a:lnTo>
                  <a:cubicBezTo>
                    <a:pt x="1378" y="0"/>
                    <a:pt x="1411" y="16"/>
                    <a:pt x="1435" y="40"/>
                  </a:cubicBezTo>
                  <a:lnTo>
                    <a:pt x="1435" y="40"/>
                  </a:lnTo>
                  <a:cubicBezTo>
                    <a:pt x="1459" y="63"/>
                    <a:pt x="1475" y="98"/>
                    <a:pt x="1475" y="135"/>
                  </a:cubicBezTo>
                  <a:lnTo>
                    <a:pt x="1475" y="433"/>
                  </a:lnTo>
                  <a:lnTo>
                    <a:pt x="1475" y="733"/>
                  </a:lnTo>
                  <a:lnTo>
                    <a:pt x="1475" y="733"/>
                  </a:lnTo>
                  <a:cubicBezTo>
                    <a:pt x="1475" y="770"/>
                    <a:pt x="1459" y="803"/>
                    <a:pt x="1435" y="827"/>
                  </a:cubicBezTo>
                  <a:lnTo>
                    <a:pt x="1435" y="827"/>
                  </a:lnTo>
                  <a:cubicBezTo>
                    <a:pt x="1411" y="852"/>
                    <a:pt x="1378" y="867"/>
                    <a:pt x="1341" y="867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5" name="Freeform 24">
              <a:extLst>
                <a:ext uri="{FF2B5EF4-FFF2-40B4-BE49-F238E27FC236}">
                  <a16:creationId xmlns:a16="http://schemas.microsoft.com/office/drawing/2014/main" id="{6C3DFD48-55EF-4F0A-A0A9-05D26E688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6667" y="7537334"/>
              <a:ext cx="1314422" cy="204030"/>
            </a:xfrm>
            <a:custGeom>
              <a:avLst/>
              <a:gdLst>
                <a:gd name="T0" fmla="*/ 1475 w 1476"/>
                <a:gd name="T1" fmla="*/ 0 h 228"/>
                <a:gd name="T2" fmla="*/ 0 w 1476"/>
                <a:gd name="T3" fmla="*/ 0 h 228"/>
                <a:gd name="T4" fmla="*/ 0 w 1476"/>
                <a:gd name="T5" fmla="*/ 227 h 228"/>
                <a:gd name="T6" fmla="*/ 1475 w 1476"/>
                <a:gd name="T7" fmla="*/ 227 h 228"/>
                <a:gd name="T8" fmla="*/ 1475 w 1476"/>
                <a:gd name="T9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6" h="228">
                  <a:moveTo>
                    <a:pt x="1475" y="0"/>
                  </a:moveTo>
                  <a:lnTo>
                    <a:pt x="0" y="0"/>
                  </a:lnTo>
                  <a:lnTo>
                    <a:pt x="0" y="227"/>
                  </a:lnTo>
                  <a:lnTo>
                    <a:pt x="1475" y="227"/>
                  </a:lnTo>
                  <a:lnTo>
                    <a:pt x="1475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81562D6-3886-4CD5-A336-B5C646C42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4969" y="7537335"/>
              <a:ext cx="646515" cy="203135"/>
            </a:xfrm>
            <a:custGeom>
              <a:avLst/>
              <a:gdLst>
                <a:gd name="connsiteX0" fmla="*/ 337749 w 646515"/>
                <a:gd name="connsiteY0" fmla="*/ 0 h 203135"/>
                <a:gd name="connsiteX1" fmla="*/ 646515 w 646515"/>
                <a:gd name="connsiteY1" fmla="*/ 0 h 203135"/>
                <a:gd name="connsiteX2" fmla="*/ 544187 w 646515"/>
                <a:gd name="connsiteY2" fmla="*/ 203135 h 203135"/>
                <a:gd name="connsiteX3" fmla="*/ 235420 w 646515"/>
                <a:gd name="connsiteY3" fmla="*/ 203135 h 203135"/>
                <a:gd name="connsiteX4" fmla="*/ 102460 w 646515"/>
                <a:gd name="connsiteY4" fmla="*/ 0 h 203135"/>
                <a:gd name="connsiteX5" fmla="*/ 203139 w 646515"/>
                <a:gd name="connsiteY5" fmla="*/ 0 h 203135"/>
                <a:gd name="connsiteX6" fmla="*/ 100678 w 646515"/>
                <a:gd name="connsiteY6" fmla="*/ 203135 h 203135"/>
                <a:gd name="connsiteX7" fmla="*/ 0 w 646515"/>
                <a:gd name="connsiteY7" fmla="*/ 203135 h 20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6515" h="203135">
                  <a:moveTo>
                    <a:pt x="337749" y="0"/>
                  </a:moveTo>
                  <a:lnTo>
                    <a:pt x="646515" y="0"/>
                  </a:lnTo>
                  <a:lnTo>
                    <a:pt x="544187" y="203135"/>
                  </a:lnTo>
                  <a:lnTo>
                    <a:pt x="235420" y="203135"/>
                  </a:lnTo>
                  <a:close/>
                  <a:moveTo>
                    <a:pt x="102460" y="0"/>
                  </a:moveTo>
                  <a:lnTo>
                    <a:pt x="203139" y="0"/>
                  </a:lnTo>
                  <a:lnTo>
                    <a:pt x="100678" y="203135"/>
                  </a:lnTo>
                  <a:lnTo>
                    <a:pt x="0" y="2031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5EFDFAD-B6D0-4B87-923F-6B3F63389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8299" y="7878693"/>
              <a:ext cx="548428" cy="69732"/>
            </a:xfrm>
            <a:custGeom>
              <a:avLst/>
              <a:gdLst>
                <a:gd name="connsiteX0" fmla="*/ 367120 w 548428"/>
                <a:gd name="connsiteY0" fmla="*/ 0 h 69732"/>
                <a:gd name="connsiteX1" fmla="*/ 440528 w 548428"/>
                <a:gd name="connsiteY1" fmla="*/ 0 h 69732"/>
                <a:gd name="connsiteX2" fmla="*/ 513935 w 548428"/>
                <a:gd name="connsiteY2" fmla="*/ 0 h 69732"/>
                <a:gd name="connsiteX3" fmla="*/ 538699 w 548428"/>
                <a:gd name="connsiteY3" fmla="*/ 10728 h 69732"/>
                <a:gd name="connsiteX4" fmla="*/ 548428 w 548428"/>
                <a:gd name="connsiteY4" fmla="*/ 35760 h 69732"/>
                <a:gd name="connsiteX5" fmla="*/ 538699 w 548428"/>
                <a:gd name="connsiteY5" fmla="*/ 59898 h 69732"/>
                <a:gd name="connsiteX6" fmla="*/ 513935 w 548428"/>
                <a:gd name="connsiteY6" fmla="*/ 69732 h 69732"/>
                <a:gd name="connsiteX7" fmla="*/ 440528 w 548428"/>
                <a:gd name="connsiteY7" fmla="*/ 69732 h 69732"/>
                <a:gd name="connsiteX8" fmla="*/ 367120 w 548428"/>
                <a:gd name="connsiteY8" fmla="*/ 69732 h 69732"/>
                <a:gd name="connsiteX9" fmla="*/ 343241 w 548428"/>
                <a:gd name="connsiteY9" fmla="*/ 59898 h 69732"/>
                <a:gd name="connsiteX10" fmla="*/ 333512 w 548428"/>
                <a:gd name="connsiteY10" fmla="*/ 35760 h 69732"/>
                <a:gd name="connsiteX11" fmla="*/ 343241 w 548428"/>
                <a:gd name="connsiteY11" fmla="*/ 10728 h 69732"/>
                <a:gd name="connsiteX12" fmla="*/ 367120 w 548428"/>
                <a:gd name="connsiteY12" fmla="*/ 0 h 69732"/>
                <a:gd name="connsiteX13" fmla="*/ 34493 w 548428"/>
                <a:gd name="connsiteY13" fmla="*/ 0 h 69732"/>
                <a:gd name="connsiteX14" fmla="*/ 107016 w 548428"/>
                <a:gd name="connsiteY14" fmla="*/ 0 h 69732"/>
                <a:gd name="connsiteX15" fmla="*/ 180424 w 548428"/>
                <a:gd name="connsiteY15" fmla="*/ 0 h 69732"/>
                <a:gd name="connsiteX16" fmla="*/ 205189 w 548428"/>
                <a:gd name="connsiteY16" fmla="*/ 10728 h 69732"/>
                <a:gd name="connsiteX17" fmla="*/ 214917 w 548428"/>
                <a:gd name="connsiteY17" fmla="*/ 35760 h 69732"/>
                <a:gd name="connsiteX18" fmla="*/ 205189 w 548428"/>
                <a:gd name="connsiteY18" fmla="*/ 59898 h 69732"/>
                <a:gd name="connsiteX19" fmla="*/ 180424 w 548428"/>
                <a:gd name="connsiteY19" fmla="*/ 69732 h 69732"/>
                <a:gd name="connsiteX20" fmla="*/ 107016 w 548428"/>
                <a:gd name="connsiteY20" fmla="*/ 69732 h 69732"/>
                <a:gd name="connsiteX21" fmla="*/ 34493 w 548428"/>
                <a:gd name="connsiteY21" fmla="*/ 69732 h 69732"/>
                <a:gd name="connsiteX22" fmla="*/ 10613 w 548428"/>
                <a:gd name="connsiteY22" fmla="*/ 59898 h 69732"/>
                <a:gd name="connsiteX23" fmla="*/ 0 w 548428"/>
                <a:gd name="connsiteY23" fmla="*/ 35760 h 69732"/>
                <a:gd name="connsiteX24" fmla="*/ 10613 w 548428"/>
                <a:gd name="connsiteY24" fmla="*/ 10728 h 69732"/>
                <a:gd name="connsiteX25" fmla="*/ 34493 w 548428"/>
                <a:gd name="connsiteY25" fmla="*/ 0 h 69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48428" h="69732">
                  <a:moveTo>
                    <a:pt x="367120" y="0"/>
                  </a:moveTo>
                  <a:lnTo>
                    <a:pt x="440528" y="0"/>
                  </a:lnTo>
                  <a:lnTo>
                    <a:pt x="513935" y="0"/>
                  </a:lnTo>
                  <a:cubicBezTo>
                    <a:pt x="523664" y="0"/>
                    <a:pt x="531624" y="4470"/>
                    <a:pt x="538699" y="10728"/>
                  </a:cubicBezTo>
                  <a:cubicBezTo>
                    <a:pt x="544006" y="16986"/>
                    <a:pt x="548428" y="25926"/>
                    <a:pt x="548428" y="35760"/>
                  </a:cubicBezTo>
                  <a:cubicBezTo>
                    <a:pt x="548428" y="44700"/>
                    <a:pt x="544006" y="53640"/>
                    <a:pt x="538699" y="59898"/>
                  </a:cubicBezTo>
                  <a:cubicBezTo>
                    <a:pt x="531624" y="66156"/>
                    <a:pt x="523664" y="69732"/>
                    <a:pt x="513935" y="69732"/>
                  </a:cubicBezTo>
                  <a:lnTo>
                    <a:pt x="440528" y="69732"/>
                  </a:lnTo>
                  <a:lnTo>
                    <a:pt x="367120" y="69732"/>
                  </a:lnTo>
                  <a:cubicBezTo>
                    <a:pt x="358276" y="69732"/>
                    <a:pt x="349432" y="66156"/>
                    <a:pt x="343241" y="59898"/>
                  </a:cubicBezTo>
                  <a:cubicBezTo>
                    <a:pt x="337050" y="53640"/>
                    <a:pt x="333512" y="44700"/>
                    <a:pt x="333512" y="35760"/>
                  </a:cubicBezTo>
                  <a:cubicBezTo>
                    <a:pt x="333512" y="25926"/>
                    <a:pt x="337050" y="16986"/>
                    <a:pt x="343241" y="10728"/>
                  </a:cubicBezTo>
                  <a:cubicBezTo>
                    <a:pt x="349432" y="4470"/>
                    <a:pt x="358276" y="0"/>
                    <a:pt x="367120" y="0"/>
                  </a:cubicBezTo>
                  <a:close/>
                  <a:moveTo>
                    <a:pt x="34493" y="0"/>
                  </a:moveTo>
                  <a:lnTo>
                    <a:pt x="107016" y="0"/>
                  </a:lnTo>
                  <a:lnTo>
                    <a:pt x="180424" y="0"/>
                  </a:lnTo>
                  <a:cubicBezTo>
                    <a:pt x="190153" y="0"/>
                    <a:pt x="198998" y="4470"/>
                    <a:pt x="205189" y="10728"/>
                  </a:cubicBezTo>
                  <a:cubicBezTo>
                    <a:pt x="211380" y="16986"/>
                    <a:pt x="214917" y="25926"/>
                    <a:pt x="214917" y="35760"/>
                  </a:cubicBezTo>
                  <a:cubicBezTo>
                    <a:pt x="214917" y="44700"/>
                    <a:pt x="211380" y="53640"/>
                    <a:pt x="205189" y="59898"/>
                  </a:cubicBezTo>
                  <a:cubicBezTo>
                    <a:pt x="198998" y="66156"/>
                    <a:pt x="190153" y="69732"/>
                    <a:pt x="180424" y="69732"/>
                  </a:cubicBezTo>
                  <a:lnTo>
                    <a:pt x="107016" y="69732"/>
                  </a:lnTo>
                  <a:lnTo>
                    <a:pt x="34493" y="69732"/>
                  </a:lnTo>
                  <a:cubicBezTo>
                    <a:pt x="24764" y="69732"/>
                    <a:pt x="16804" y="66156"/>
                    <a:pt x="10613" y="59898"/>
                  </a:cubicBezTo>
                  <a:cubicBezTo>
                    <a:pt x="3537" y="53640"/>
                    <a:pt x="0" y="44700"/>
                    <a:pt x="0" y="35760"/>
                  </a:cubicBezTo>
                  <a:cubicBezTo>
                    <a:pt x="0" y="25926"/>
                    <a:pt x="3537" y="16986"/>
                    <a:pt x="10613" y="10728"/>
                  </a:cubicBezTo>
                  <a:cubicBezTo>
                    <a:pt x="16804" y="4470"/>
                    <a:pt x="24764" y="0"/>
                    <a:pt x="34493" y="0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8" name="Freeform 29">
              <a:extLst>
                <a:ext uri="{FF2B5EF4-FFF2-40B4-BE49-F238E27FC236}">
                  <a16:creationId xmlns:a16="http://schemas.microsoft.com/office/drawing/2014/main" id="{BEA786AC-5577-44DB-9262-C31F6FF5D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670" y="7486327"/>
              <a:ext cx="1416437" cy="153021"/>
            </a:xfrm>
            <a:custGeom>
              <a:avLst/>
              <a:gdLst>
                <a:gd name="T0" fmla="*/ 1503 w 1590"/>
                <a:gd name="T1" fmla="*/ 170 h 171"/>
                <a:gd name="T2" fmla="*/ 794 w 1590"/>
                <a:gd name="T3" fmla="*/ 170 h 171"/>
                <a:gd name="T4" fmla="*/ 85 w 1590"/>
                <a:gd name="T5" fmla="*/ 170 h 171"/>
                <a:gd name="T6" fmla="*/ 85 w 1590"/>
                <a:gd name="T7" fmla="*/ 170 h 171"/>
                <a:gd name="T8" fmla="*/ 25 w 1590"/>
                <a:gd name="T9" fmla="*/ 145 h 171"/>
                <a:gd name="T10" fmla="*/ 25 w 1590"/>
                <a:gd name="T11" fmla="*/ 145 h 171"/>
                <a:gd name="T12" fmla="*/ 0 w 1590"/>
                <a:gd name="T13" fmla="*/ 85 h 171"/>
                <a:gd name="T14" fmla="*/ 0 w 1590"/>
                <a:gd name="T15" fmla="*/ 85 h 171"/>
                <a:gd name="T16" fmla="*/ 25 w 1590"/>
                <a:gd name="T17" fmla="*/ 24 h 171"/>
                <a:gd name="T18" fmla="*/ 25 w 1590"/>
                <a:gd name="T19" fmla="*/ 24 h 171"/>
                <a:gd name="T20" fmla="*/ 85 w 1590"/>
                <a:gd name="T21" fmla="*/ 0 h 171"/>
                <a:gd name="T22" fmla="*/ 794 w 1590"/>
                <a:gd name="T23" fmla="*/ 0 h 171"/>
                <a:gd name="T24" fmla="*/ 1503 w 1590"/>
                <a:gd name="T25" fmla="*/ 0 h 171"/>
                <a:gd name="T26" fmla="*/ 1503 w 1590"/>
                <a:gd name="T27" fmla="*/ 0 h 171"/>
                <a:gd name="T28" fmla="*/ 1564 w 1590"/>
                <a:gd name="T29" fmla="*/ 24 h 171"/>
                <a:gd name="T30" fmla="*/ 1564 w 1590"/>
                <a:gd name="T31" fmla="*/ 24 h 171"/>
                <a:gd name="T32" fmla="*/ 1589 w 1590"/>
                <a:gd name="T33" fmla="*/ 85 h 171"/>
                <a:gd name="T34" fmla="*/ 1589 w 1590"/>
                <a:gd name="T35" fmla="*/ 85 h 171"/>
                <a:gd name="T36" fmla="*/ 1564 w 1590"/>
                <a:gd name="T37" fmla="*/ 145 h 171"/>
                <a:gd name="T38" fmla="*/ 1564 w 1590"/>
                <a:gd name="T39" fmla="*/ 145 h 171"/>
                <a:gd name="T40" fmla="*/ 1503 w 1590"/>
                <a:gd name="T41" fmla="*/ 17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90" h="171">
                  <a:moveTo>
                    <a:pt x="1503" y="170"/>
                  </a:moveTo>
                  <a:lnTo>
                    <a:pt x="794" y="170"/>
                  </a:lnTo>
                  <a:lnTo>
                    <a:pt x="85" y="170"/>
                  </a:lnTo>
                  <a:lnTo>
                    <a:pt x="85" y="170"/>
                  </a:lnTo>
                  <a:cubicBezTo>
                    <a:pt x="62" y="170"/>
                    <a:pt x="40" y="161"/>
                    <a:pt x="25" y="145"/>
                  </a:cubicBezTo>
                  <a:lnTo>
                    <a:pt x="25" y="145"/>
                  </a:lnTo>
                  <a:cubicBezTo>
                    <a:pt x="9" y="130"/>
                    <a:pt x="0" y="108"/>
                    <a:pt x="0" y="85"/>
                  </a:cubicBezTo>
                  <a:lnTo>
                    <a:pt x="0" y="85"/>
                  </a:lnTo>
                  <a:cubicBezTo>
                    <a:pt x="0" y="61"/>
                    <a:pt x="9" y="40"/>
                    <a:pt x="25" y="24"/>
                  </a:cubicBezTo>
                  <a:lnTo>
                    <a:pt x="25" y="24"/>
                  </a:lnTo>
                  <a:cubicBezTo>
                    <a:pt x="40" y="9"/>
                    <a:pt x="62" y="0"/>
                    <a:pt x="85" y="0"/>
                  </a:cubicBezTo>
                  <a:lnTo>
                    <a:pt x="794" y="0"/>
                  </a:lnTo>
                  <a:lnTo>
                    <a:pt x="1503" y="0"/>
                  </a:lnTo>
                  <a:lnTo>
                    <a:pt x="1503" y="0"/>
                  </a:lnTo>
                  <a:cubicBezTo>
                    <a:pt x="1527" y="0"/>
                    <a:pt x="1549" y="9"/>
                    <a:pt x="1564" y="24"/>
                  </a:cubicBezTo>
                  <a:lnTo>
                    <a:pt x="1564" y="24"/>
                  </a:lnTo>
                  <a:cubicBezTo>
                    <a:pt x="1579" y="40"/>
                    <a:pt x="1589" y="61"/>
                    <a:pt x="1589" y="85"/>
                  </a:cubicBezTo>
                  <a:lnTo>
                    <a:pt x="1589" y="85"/>
                  </a:lnTo>
                  <a:cubicBezTo>
                    <a:pt x="1589" y="108"/>
                    <a:pt x="1579" y="130"/>
                    <a:pt x="1564" y="145"/>
                  </a:cubicBezTo>
                  <a:lnTo>
                    <a:pt x="1564" y="145"/>
                  </a:lnTo>
                  <a:cubicBezTo>
                    <a:pt x="1549" y="161"/>
                    <a:pt x="1527" y="170"/>
                    <a:pt x="1503" y="170"/>
                  </a:cubicBezTo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99" name="Freeform 30">
              <a:extLst>
                <a:ext uri="{FF2B5EF4-FFF2-40B4-BE49-F238E27FC236}">
                  <a16:creationId xmlns:a16="http://schemas.microsoft.com/office/drawing/2014/main" id="{0E2B8351-EDB5-4FC7-9357-4325BF98A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670" y="7749211"/>
              <a:ext cx="823967" cy="153024"/>
            </a:xfrm>
            <a:custGeom>
              <a:avLst/>
              <a:gdLst>
                <a:gd name="T0" fmla="*/ 839 w 925"/>
                <a:gd name="T1" fmla="*/ 171 h 172"/>
                <a:gd name="T2" fmla="*/ 462 w 925"/>
                <a:gd name="T3" fmla="*/ 171 h 172"/>
                <a:gd name="T4" fmla="*/ 85 w 925"/>
                <a:gd name="T5" fmla="*/ 171 h 172"/>
                <a:gd name="T6" fmla="*/ 85 w 925"/>
                <a:gd name="T7" fmla="*/ 171 h 172"/>
                <a:gd name="T8" fmla="*/ 25 w 925"/>
                <a:gd name="T9" fmla="*/ 145 h 172"/>
                <a:gd name="T10" fmla="*/ 25 w 925"/>
                <a:gd name="T11" fmla="*/ 145 h 172"/>
                <a:gd name="T12" fmla="*/ 0 w 925"/>
                <a:gd name="T13" fmla="*/ 85 h 172"/>
                <a:gd name="T14" fmla="*/ 0 w 925"/>
                <a:gd name="T15" fmla="*/ 85 h 172"/>
                <a:gd name="T16" fmla="*/ 25 w 925"/>
                <a:gd name="T17" fmla="*/ 26 h 172"/>
                <a:gd name="T18" fmla="*/ 25 w 925"/>
                <a:gd name="T19" fmla="*/ 26 h 172"/>
                <a:gd name="T20" fmla="*/ 85 w 925"/>
                <a:gd name="T21" fmla="*/ 0 h 172"/>
                <a:gd name="T22" fmla="*/ 462 w 925"/>
                <a:gd name="T23" fmla="*/ 0 h 172"/>
                <a:gd name="T24" fmla="*/ 839 w 925"/>
                <a:gd name="T25" fmla="*/ 0 h 172"/>
                <a:gd name="T26" fmla="*/ 839 w 925"/>
                <a:gd name="T27" fmla="*/ 0 h 172"/>
                <a:gd name="T28" fmla="*/ 899 w 925"/>
                <a:gd name="T29" fmla="*/ 26 h 172"/>
                <a:gd name="T30" fmla="*/ 899 w 925"/>
                <a:gd name="T31" fmla="*/ 26 h 172"/>
                <a:gd name="T32" fmla="*/ 924 w 925"/>
                <a:gd name="T33" fmla="*/ 85 h 172"/>
                <a:gd name="T34" fmla="*/ 924 w 925"/>
                <a:gd name="T35" fmla="*/ 85 h 172"/>
                <a:gd name="T36" fmla="*/ 899 w 925"/>
                <a:gd name="T37" fmla="*/ 145 h 172"/>
                <a:gd name="T38" fmla="*/ 899 w 925"/>
                <a:gd name="T39" fmla="*/ 145 h 172"/>
                <a:gd name="T40" fmla="*/ 839 w 925"/>
                <a:gd name="T41" fmla="*/ 171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25" h="172">
                  <a:moveTo>
                    <a:pt x="839" y="171"/>
                  </a:moveTo>
                  <a:lnTo>
                    <a:pt x="462" y="171"/>
                  </a:lnTo>
                  <a:lnTo>
                    <a:pt x="85" y="171"/>
                  </a:lnTo>
                  <a:lnTo>
                    <a:pt x="85" y="171"/>
                  </a:lnTo>
                  <a:cubicBezTo>
                    <a:pt x="62" y="171"/>
                    <a:pt x="40" y="161"/>
                    <a:pt x="25" y="145"/>
                  </a:cubicBezTo>
                  <a:lnTo>
                    <a:pt x="25" y="145"/>
                  </a:lnTo>
                  <a:cubicBezTo>
                    <a:pt x="9" y="130"/>
                    <a:pt x="0" y="108"/>
                    <a:pt x="0" y="85"/>
                  </a:cubicBezTo>
                  <a:lnTo>
                    <a:pt x="0" y="85"/>
                  </a:lnTo>
                  <a:cubicBezTo>
                    <a:pt x="0" y="62"/>
                    <a:pt x="9" y="41"/>
                    <a:pt x="25" y="26"/>
                  </a:cubicBezTo>
                  <a:lnTo>
                    <a:pt x="25" y="26"/>
                  </a:lnTo>
                  <a:cubicBezTo>
                    <a:pt x="40" y="9"/>
                    <a:pt x="62" y="0"/>
                    <a:pt x="85" y="0"/>
                  </a:cubicBezTo>
                  <a:lnTo>
                    <a:pt x="462" y="0"/>
                  </a:lnTo>
                  <a:lnTo>
                    <a:pt x="839" y="0"/>
                  </a:lnTo>
                  <a:lnTo>
                    <a:pt x="839" y="0"/>
                  </a:lnTo>
                  <a:cubicBezTo>
                    <a:pt x="862" y="0"/>
                    <a:pt x="883" y="9"/>
                    <a:pt x="899" y="26"/>
                  </a:cubicBezTo>
                  <a:lnTo>
                    <a:pt x="899" y="26"/>
                  </a:lnTo>
                  <a:cubicBezTo>
                    <a:pt x="914" y="41"/>
                    <a:pt x="924" y="62"/>
                    <a:pt x="924" y="85"/>
                  </a:cubicBezTo>
                  <a:lnTo>
                    <a:pt x="924" y="85"/>
                  </a:lnTo>
                  <a:cubicBezTo>
                    <a:pt x="924" y="108"/>
                    <a:pt x="914" y="130"/>
                    <a:pt x="899" y="145"/>
                  </a:cubicBezTo>
                  <a:lnTo>
                    <a:pt x="899" y="145"/>
                  </a:lnTo>
                  <a:cubicBezTo>
                    <a:pt x="883" y="161"/>
                    <a:pt x="862" y="171"/>
                    <a:pt x="839" y="171"/>
                  </a:cubicBezTo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  <p:sp>
          <p:nvSpPr>
            <p:cNvPr id="100" name="Freeform 31">
              <a:extLst>
                <a:ext uri="{FF2B5EF4-FFF2-40B4-BE49-F238E27FC236}">
                  <a16:creationId xmlns:a16="http://schemas.microsoft.com/office/drawing/2014/main" id="{098C72D2-F6F1-437C-9E58-048D184A4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7248" y="6725139"/>
              <a:ext cx="188335" cy="3174233"/>
            </a:xfrm>
            <a:custGeom>
              <a:avLst/>
              <a:gdLst>
                <a:gd name="T0" fmla="*/ 212 w 213"/>
                <a:gd name="T1" fmla="*/ 3567 h 3568"/>
                <a:gd name="T2" fmla="*/ 0 w 213"/>
                <a:gd name="T3" fmla="*/ 3567 h 3568"/>
                <a:gd name="T4" fmla="*/ 0 w 213"/>
                <a:gd name="T5" fmla="*/ 0 h 3568"/>
                <a:gd name="T6" fmla="*/ 212 w 213"/>
                <a:gd name="T7" fmla="*/ 0 h 3568"/>
                <a:gd name="T8" fmla="*/ 212 w 213"/>
                <a:gd name="T9" fmla="*/ 3567 h 3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3568">
                  <a:moveTo>
                    <a:pt x="212" y="3567"/>
                  </a:moveTo>
                  <a:lnTo>
                    <a:pt x="0" y="3567"/>
                  </a:lnTo>
                  <a:lnTo>
                    <a:pt x="0" y="0"/>
                  </a:lnTo>
                  <a:lnTo>
                    <a:pt x="212" y="0"/>
                  </a:lnTo>
                  <a:lnTo>
                    <a:pt x="212" y="3567"/>
                  </a:lnTo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66" dirty="0">
                <a:latin typeface="Montserrat" panose="00000500000000000000" pitchFamily="2" charset="0"/>
              </a:endParaRPr>
            </a:p>
          </p:txBody>
        </p:sp>
      </p:grpSp>
      <p:sp>
        <p:nvSpPr>
          <p:cNvPr id="104" name="Freeform 42">
            <a:extLst>
              <a:ext uri="{FF2B5EF4-FFF2-40B4-BE49-F238E27FC236}">
                <a16:creationId xmlns:a16="http://schemas.microsoft.com/office/drawing/2014/main" id="{0347B0A2-41F1-488B-8B8C-BCB5EB641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4150" y="3642665"/>
            <a:ext cx="770997" cy="769036"/>
          </a:xfrm>
          <a:custGeom>
            <a:avLst/>
            <a:gdLst>
              <a:gd name="T0" fmla="*/ 758 w 1731"/>
              <a:gd name="T1" fmla="*/ 1667 h 1730"/>
              <a:gd name="T2" fmla="*/ 61 w 1731"/>
              <a:gd name="T3" fmla="*/ 971 h 1730"/>
              <a:gd name="T4" fmla="*/ 61 w 1731"/>
              <a:gd name="T5" fmla="*/ 971 h 1730"/>
              <a:gd name="T6" fmla="*/ 61 w 1731"/>
              <a:gd name="T7" fmla="*/ 748 h 1730"/>
              <a:gd name="T8" fmla="*/ 748 w 1731"/>
              <a:gd name="T9" fmla="*/ 62 h 1730"/>
              <a:gd name="T10" fmla="*/ 748 w 1731"/>
              <a:gd name="T11" fmla="*/ 62 h 1730"/>
              <a:gd name="T12" fmla="*/ 971 w 1731"/>
              <a:gd name="T13" fmla="*/ 62 h 1730"/>
              <a:gd name="T14" fmla="*/ 1668 w 1731"/>
              <a:gd name="T15" fmla="*/ 759 h 1730"/>
              <a:gd name="T16" fmla="*/ 1668 w 1731"/>
              <a:gd name="T17" fmla="*/ 759 h 1730"/>
              <a:gd name="T18" fmla="*/ 1668 w 1731"/>
              <a:gd name="T19" fmla="*/ 981 h 1730"/>
              <a:gd name="T20" fmla="*/ 982 w 1731"/>
              <a:gd name="T21" fmla="*/ 1667 h 1730"/>
              <a:gd name="T22" fmla="*/ 982 w 1731"/>
              <a:gd name="T23" fmla="*/ 1667 h 1730"/>
              <a:gd name="T24" fmla="*/ 758 w 1731"/>
              <a:gd name="T25" fmla="*/ 1667 h 17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31" h="1730">
                <a:moveTo>
                  <a:pt x="758" y="1667"/>
                </a:moveTo>
                <a:lnTo>
                  <a:pt x="61" y="971"/>
                </a:lnTo>
                <a:lnTo>
                  <a:pt x="61" y="971"/>
                </a:lnTo>
                <a:cubicBezTo>
                  <a:pt x="0" y="909"/>
                  <a:pt x="0" y="810"/>
                  <a:pt x="61" y="748"/>
                </a:cubicBezTo>
                <a:lnTo>
                  <a:pt x="748" y="62"/>
                </a:lnTo>
                <a:lnTo>
                  <a:pt x="748" y="62"/>
                </a:lnTo>
                <a:cubicBezTo>
                  <a:pt x="809" y="0"/>
                  <a:pt x="910" y="0"/>
                  <a:pt x="971" y="62"/>
                </a:cubicBezTo>
                <a:lnTo>
                  <a:pt x="1668" y="759"/>
                </a:lnTo>
                <a:lnTo>
                  <a:pt x="1668" y="759"/>
                </a:lnTo>
                <a:cubicBezTo>
                  <a:pt x="1730" y="820"/>
                  <a:pt x="1730" y="920"/>
                  <a:pt x="1668" y="981"/>
                </a:cubicBezTo>
                <a:lnTo>
                  <a:pt x="982" y="1667"/>
                </a:lnTo>
                <a:lnTo>
                  <a:pt x="982" y="1667"/>
                </a:lnTo>
                <a:cubicBezTo>
                  <a:pt x="920" y="1729"/>
                  <a:pt x="820" y="1729"/>
                  <a:pt x="758" y="1667"/>
                </a:cubicBezTo>
              </a:path>
            </a:pathLst>
          </a:custGeom>
          <a:solidFill>
            <a:srgbClr val="50C1EB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6" dirty="0">
              <a:latin typeface="Montserrat" panose="00000500000000000000" pitchFamily="2" charset="0"/>
            </a:endParaRPr>
          </a:p>
        </p:txBody>
      </p:sp>
      <p:sp>
        <p:nvSpPr>
          <p:cNvPr id="106" name="Freeform 44">
            <a:extLst>
              <a:ext uri="{FF2B5EF4-FFF2-40B4-BE49-F238E27FC236}">
                <a16:creationId xmlns:a16="http://schemas.microsoft.com/office/drawing/2014/main" id="{863F39ED-5BB8-4533-B098-38D4167D5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1419" y="5381910"/>
            <a:ext cx="770997" cy="770999"/>
          </a:xfrm>
          <a:custGeom>
            <a:avLst/>
            <a:gdLst>
              <a:gd name="T0" fmla="*/ 758 w 1731"/>
              <a:gd name="T1" fmla="*/ 1668 h 1731"/>
              <a:gd name="T2" fmla="*/ 61 w 1731"/>
              <a:gd name="T3" fmla="*/ 971 h 1731"/>
              <a:gd name="T4" fmla="*/ 61 w 1731"/>
              <a:gd name="T5" fmla="*/ 971 h 1731"/>
              <a:gd name="T6" fmla="*/ 61 w 1731"/>
              <a:gd name="T7" fmla="*/ 748 h 1731"/>
              <a:gd name="T8" fmla="*/ 748 w 1731"/>
              <a:gd name="T9" fmla="*/ 61 h 1731"/>
              <a:gd name="T10" fmla="*/ 748 w 1731"/>
              <a:gd name="T11" fmla="*/ 61 h 1731"/>
              <a:gd name="T12" fmla="*/ 971 w 1731"/>
              <a:gd name="T13" fmla="*/ 61 h 1731"/>
              <a:gd name="T14" fmla="*/ 1668 w 1731"/>
              <a:gd name="T15" fmla="*/ 758 h 1731"/>
              <a:gd name="T16" fmla="*/ 1668 w 1731"/>
              <a:gd name="T17" fmla="*/ 758 h 1731"/>
              <a:gd name="T18" fmla="*/ 1668 w 1731"/>
              <a:gd name="T19" fmla="*/ 982 h 1731"/>
              <a:gd name="T20" fmla="*/ 982 w 1731"/>
              <a:gd name="T21" fmla="*/ 1668 h 1731"/>
              <a:gd name="T22" fmla="*/ 982 w 1731"/>
              <a:gd name="T23" fmla="*/ 1668 h 1731"/>
              <a:gd name="T24" fmla="*/ 758 w 1731"/>
              <a:gd name="T25" fmla="*/ 1668 h 17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31" h="1731">
                <a:moveTo>
                  <a:pt x="758" y="1668"/>
                </a:moveTo>
                <a:lnTo>
                  <a:pt x="61" y="971"/>
                </a:lnTo>
                <a:lnTo>
                  <a:pt x="61" y="971"/>
                </a:lnTo>
                <a:cubicBezTo>
                  <a:pt x="0" y="910"/>
                  <a:pt x="0" y="810"/>
                  <a:pt x="61" y="748"/>
                </a:cubicBezTo>
                <a:lnTo>
                  <a:pt x="748" y="61"/>
                </a:lnTo>
                <a:lnTo>
                  <a:pt x="748" y="61"/>
                </a:lnTo>
                <a:cubicBezTo>
                  <a:pt x="809" y="0"/>
                  <a:pt x="910" y="0"/>
                  <a:pt x="971" y="61"/>
                </a:cubicBezTo>
                <a:lnTo>
                  <a:pt x="1668" y="758"/>
                </a:lnTo>
                <a:lnTo>
                  <a:pt x="1668" y="758"/>
                </a:lnTo>
                <a:cubicBezTo>
                  <a:pt x="1730" y="820"/>
                  <a:pt x="1730" y="920"/>
                  <a:pt x="1668" y="982"/>
                </a:cubicBezTo>
                <a:lnTo>
                  <a:pt x="982" y="1668"/>
                </a:lnTo>
                <a:lnTo>
                  <a:pt x="982" y="1668"/>
                </a:lnTo>
                <a:cubicBezTo>
                  <a:pt x="920" y="1730"/>
                  <a:pt x="820" y="1730"/>
                  <a:pt x="758" y="1668"/>
                </a:cubicBezTo>
              </a:path>
            </a:pathLst>
          </a:custGeom>
          <a:solidFill>
            <a:srgbClr val="98C24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6" dirty="0">
              <a:latin typeface="Montserrat" panose="00000500000000000000" pitchFamily="2" charset="0"/>
            </a:endParaRPr>
          </a:p>
        </p:txBody>
      </p:sp>
      <p:sp>
        <p:nvSpPr>
          <p:cNvPr id="107" name="Freeform 46">
            <a:extLst>
              <a:ext uri="{FF2B5EF4-FFF2-40B4-BE49-F238E27FC236}">
                <a16:creationId xmlns:a16="http://schemas.microsoft.com/office/drawing/2014/main" id="{9CDF2AE8-2E90-4D57-8D23-51C0FA27E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1419" y="1824498"/>
            <a:ext cx="770997" cy="769036"/>
          </a:xfrm>
          <a:custGeom>
            <a:avLst/>
            <a:gdLst>
              <a:gd name="T0" fmla="*/ 758 w 1731"/>
              <a:gd name="T1" fmla="*/ 1668 h 1730"/>
              <a:gd name="T2" fmla="*/ 61 w 1731"/>
              <a:gd name="T3" fmla="*/ 971 h 1730"/>
              <a:gd name="T4" fmla="*/ 61 w 1731"/>
              <a:gd name="T5" fmla="*/ 971 h 1730"/>
              <a:gd name="T6" fmla="*/ 61 w 1731"/>
              <a:gd name="T7" fmla="*/ 748 h 1730"/>
              <a:gd name="T8" fmla="*/ 748 w 1731"/>
              <a:gd name="T9" fmla="*/ 61 h 1730"/>
              <a:gd name="T10" fmla="*/ 748 w 1731"/>
              <a:gd name="T11" fmla="*/ 61 h 1730"/>
              <a:gd name="T12" fmla="*/ 971 w 1731"/>
              <a:gd name="T13" fmla="*/ 61 h 1730"/>
              <a:gd name="T14" fmla="*/ 1668 w 1731"/>
              <a:gd name="T15" fmla="*/ 758 h 1730"/>
              <a:gd name="T16" fmla="*/ 1668 w 1731"/>
              <a:gd name="T17" fmla="*/ 758 h 1730"/>
              <a:gd name="T18" fmla="*/ 1668 w 1731"/>
              <a:gd name="T19" fmla="*/ 982 h 1730"/>
              <a:gd name="T20" fmla="*/ 982 w 1731"/>
              <a:gd name="T21" fmla="*/ 1668 h 1730"/>
              <a:gd name="T22" fmla="*/ 982 w 1731"/>
              <a:gd name="T23" fmla="*/ 1668 h 1730"/>
              <a:gd name="T24" fmla="*/ 758 w 1731"/>
              <a:gd name="T25" fmla="*/ 1668 h 17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31" h="1730">
                <a:moveTo>
                  <a:pt x="758" y="1668"/>
                </a:moveTo>
                <a:lnTo>
                  <a:pt x="61" y="971"/>
                </a:lnTo>
                <a:lnTo>
                  <a:pt x="61" y="971"/>
                </a:lnTo>
                <a:cubicBezTo>
                  <a:pt x="0" y="910"/>
                  <a:pt x="0" y="809"/>
                  <a:pt x="61" y="748"/>
                </a:cubicBezTo>
                <a:lnTo>
                  <a:pt x="748" y="61"/>
                </a:lnTo>
                <a:lnTo>
                  <a:pt x="748" y="61"/>
                </a:lnTo>
                <a:cubicBezTo>
                  <a:pt x="809" y="0"/>
                  <a:pt x="910" y="0"/>
                  <a:pt x="971" y="61"/>
                </a:cubicBezTo>
                <a:lnTo>
                  <a:pt x="1668" y="758"/>
                </a:lnTo>
                <a:lnTo>
                  <a:pt x="1668" y="758"/>
                </a:lnTo>
                <a:cubicBezTo>
                  <a:pt x="1730" y="819"/>
                  <a:pt x="1730" y="920"/>
                  <a:pt x="1668" y="982"/>
                </a:cubicBezTo>
                <a:lnTo>
                  <a:pt x="982" y="1668"/>
                </a:lnTo>
                <a:lnTo>
                  <a:pt x="982" y="1668"/>
                </a:lnTo>
                <a:cubicBezTo>
                  <a:pt x="920" y="1729"/>
                  <a:pt x="820" y="1729"/>
                  <a:pt x="758" y="1668"/>
                </a:cubicBezTo>
              </a:path>
            </a:pathLst>
          </a:custGeom>
          <a:solidFill>
            <a:srgbClr val="F8D32A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6" dirty="0">
              <a:latin typeface="Montserrat" panose="000005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2332A1F-6402-4422-97E9-13AC0D2FF1B7}"/>
              </a:ext>
            </a:extLst>
          </p:cNvPr>
          <p:cNvSpPr txBox="1"/>
          <p:nvPr/>
        </p:nvSpPr>
        <p:spPr>
          <a:xfrm>
            <a:off x="1415082" y="485012"/>
            <a:ext cx="9361835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rtl="1"/>
            <a:r>
              <a:rPr lang="ar-SY" sz="2800" dirty="0">
                <a:solidFill>
                  <a:srgbClr val="B271A7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المتطلبات غير الوظيفية التي تم تحقيقها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999F7D-8F25-4E48-B8B4-239DC09346B7}"/>
              </a:ext>
            </a:extLst>
          </p:cNvPr>
          <p:cNvSpPr txBox="1"/>
          <p:nvPr/>
        </p:nvSpPr>
        <p:spPr>
          <a:xfrm>
            <a:off x="4755021" y="1900185"/>
            <a:ext cx="5351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>
                <a:srgbClr val="97CA3D"/>
              </a:buClr>
            </a:pPr>
            <a:r>
              <a:rPr lang="en-US" sz="3200" kern="1200" dirty="0">
                <a:effectLst/>
                <a:latin typeface="Arial Rounded MT Bold" panose="020F0704030504030204" pitchFamily="34" charset="0"/>
                <a:cs typeface="Arial" panose="020B0604020202020204" pitchFamily="34" charset="0"/>
              </a:rPr>
              <a:t>Performance</a:t>
            </a:r>
            <a:endParaRPr lang="ar-SY" sz="3200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9B48E3B-2376-4552-889D-69AF11C4AF73}"/>
              </a:ext>
            </a:extLst>
          </p:cNvPr>
          <p:cNvSpPr txBox="1"/>
          <p:nvPr/>
        </p:nvSpPr>
        <p:spPr>
          <a:xfrm>
            <a:off x="6538579" y="3704343"/>
            <a:ext cx="362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>
                <a:srgbClr val="97CA3D"/>
              </a:buClr>
            </a:pPr>
            <a:r>
              <a:rPr lang="en-US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Maintainability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D7B41C-3F9C-49FF-932E-9E12720C4F6D}"/>
              </a:ext>
            </a:extLst>
          </p:cNvPr>
          <p:cNvSpPr txBox="1"/>
          <p:nvPr/>
        </p:nvSpPr>
        <p:spPr>
          <a:xfrm>
            <a:off x="4812342" y="4744951"/>
            <a:ext cx="5236903" cy="1293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300000"/>
              </a:lnSpc>
              <a:buClr>
                <a:srgbClr val="97CA3D"/>
              </a:buClr>
            </a:pPr>
            <a:r>
              <a:rPr lang="en-US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Security</a:t>
            </a:r>
            <a:endParaRPr lang="ar-SY" sz="3200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0144107-403E-4A85-8917-84F85C0510CF}"/>
              </a:ext>
            </a:extLst>
          </p:cNvPr>
          <p:cNvSpPr txBox="1"/>
          <p:nvPr/>
        </p:nvSpPr>
        <p:spPr>
          <a:xfrm>
            <a:off x="10494107" y="1890521"/>
            <a:ext cx="550545" cy="63094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500" b="1" spc="-145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958D72A-0C48-4408-8A46-17FFDA11BBE2}"/>
              </a:ext>
            </a:extLst>
          </p:cNvPr>
          <p:cNvSpPr txBox="1"/>
          <p:nvPr/>
        </p:nvSpPr>
        <p:spPr>
          <a:xfrm>
            <a:off x="10501644" y="3673296"/>
            <a:ext cx="550545" cy="63094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500" b="1" spc="-145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D1FBBAB-B7F4-46C2-8B9F-43AFFA2B76A4}"/>
              </a:ext>
            </a:extLst>
          </p:cNvPr>
          <p:cNvSpPr txBox="1"/>
          <p:nvPr/>
        </p:nvSpPr>
        <p:spPr>
          <a:xfrm>
            <a:off x="10494107" y="5418736"/>
            <a:ext cx="550545" cy="63094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500" b="1" spc="-145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7" grpId="0"/>
      <p:bldP spid="69" grpId="0"/>
      <p:bldP spid="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3">
            <a:extLst>
              <a:ext uri="{FF2B5EF4-FFF2-40B4-BE49-F238E27FC236}">
                <a16:creationId xmlns:a16="http://schemas.microsoft.com/office/drawing/2014/main" id="{F8130A82-0D4C-F99A-63C9-6EF6D3028A7F}"/>
              </a:ext>
            </a:extLst>
          </p:cNvPr>
          <p:cNvSpPr/>
          <p:nvPr/>
        </p:nvSpPr>
        <p:spPr>
          <a:xfrm rot="2700000" flipV="1">
            <a:off x="-1972918" y="-1069103"/>
            <a:ext cx="5796666" cy="7662139"/>
          </a:xfrm>
          <a:custGeom>
            <a:avLst/>
            <a:gdLst>
              <a:gd name="connsiteX0" fmla="*/ 4849338 w 5625807"/>
              <a:gd name="connsiteY0" fmla="*/ 0 h 7661152"/>
              <a:gd name="connsiteX1" fmla="*/ 5625807 w 5625807"/>
              <a:gd name="connsiteY1" fmla="*/ 776469 h 7661152"/>
              <a:gd name="connsiteX2" fmla="*/ 5625807 w 5625807"/>
              <a:gd name="connsiteY2" fmla="*/ 6203326 h 7661152"/>
              <a:gd name="connsiteX3" fmla="*/ 4167981 w 5625807"/>
              <a:gd name="connsiteY3" fmla="*/ 7661152 h 7661152"/>
              <a:gd name="connsiteX4" fmla="*/ 2811814 w 5625807"/>
              <a:gd name="connsiteY4" fmla="*/ 7661152 h 7661152"/>
              <a:gd name="connsiteX5" fmla="*/ 0 w 5625807"/>
              <a:gd name="connsiteY5" fmla="*/ 4849338 h 766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25807" h="7661152">
                <a:moveTo>
                  <a:pt x="4849338" y="0"/>
                </a:moveTo>
                <a:lnTo>
                  <a:pt x="5625807" y="776469"/>
                </a:lnTo>
                <a:lnTo>
                  <a:pt x="5625807" y="6203326"/>
                </a:lnTo>
                <a:cubicBezTo>
                  <a:pt x="5625807" y="7008461"/>
                  <a:pt x="4973116" y="7661152"/>
                  <a:pt x="4167981" y="7661152"/>
                </a:cubicBezTo>
                <a:lnTo>
                  <a:pt x="2811814" y="7661152"/>
                </a:lnTo>
                <a:lnTo>
                  <a:pt x="0" y="4849338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82000"/>
                </a:schemeClr>
              </a:gs>
              <a:gs pos="100000">
                <a:schemeClr val="bg1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8" name="Freeform 2">
            <a:extLst>
              <a:ext uri="{FF2B5EF4-FFF2-40B4-BE49-F238E27FC236}">
                <a16:creationId xmlns:a16="http://schemas.microsoft.com/office/drawing/2014/main" id="{54D69B98-C18E-4BBD-B02A-FFD0C9CD1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236" y="2100697"/>
            <a:ext cx="2136664" cy="248022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8C242"/>
          </a:solidFill>
          <a:ln>
            <a:solidFill>
              <a:srgbClr val="98C242"/>
            </a:solidFill>
          </a:ln>
          <a:effectLst/>
        </p:spPr>
        <p:txBody>
          <a:bodyPr wrap="none" anchor="ctr"/>
          <a:lstStyle/>
          <a:p>
            <a:endParaRPr lang="en-US" sz="3266" dirty="0">
              <a:latin typeface="Montserrat" panose="00000500000000000000" pitchFamily="2" charset="0"/>
            </a:endParaRPr>
          </a:p>
        </p:txBody>
      </p:sp>
      <p:sp>
        <p:nvSpPr>
          <p:cNvPr id="110" name="Freeform 53">
            <a:extLst>
              <a:ext uri="{FF2B5EF4-FFF2-40B4-BE49-F238E27FC236}">
                <a16:creationId xmlns:a16="http://schemas.microsoft.com/office/drawing/2014/main" id="{FB677DE5-7721-40CE-A085-C7205CE4A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480" y="4898198"/>
            <a:ext cx="2613833" cy="755148"/>
          </a:xfrm>
          <a:custGeom>
            <a:avLst/>
            <a:gdLst>
              <a:gd name="T0" fmla="*/ 4320 w 4791"/>
              <a:gd name="T1" fmla="*/ 939 h 940"/>
              <a:gd name="T2" fmla="*/ 470 w 4791"/>
              <a:gd name="T3" fmla="*/ 939 h 940"/>
              <a:gd name="T4" fmla="*/ 470 w 4791"/>
              <a:gd name="T5" fmla="*/ 939 h 940"/>
              <a:gd name="T6" fmla="*/ 0 w 4791"/>
              <a:gd name="T7" fmla="*/ 469 h 940"/>
              <a:gd name="T8" fmla="*/ 0 w 4791"/>
              <a:gd name="T9" fmla="*/ 469 h 940"/>
              <a:gd name="T10" fmla="*/ 0 w 4791"/>
              <a:gd name="T11" fmla="*/ 469 h 940"/>
              <a:gd name="T12" fmla="*/ 470 w 4791"/>
              <a:gd name="T13" fmla="*/ 0 h 940"/>
              <a:gd name="T14" fmla="*/ 4320 w 4791"/>
              <a:gd name="T15" fmla="*/ 0 h 940"/>
              <a:gd name="T16" fmla="*/ 4320 w 4791"/>
              <a:gd name="T17" fmla="*/ 0 h 940"/>
              <a:gd name="T18" fmla="*/ 4790 w 4791"/>
              <a:gd name="T19" fmla="*/ 469 h 940"/>
              <a:gd name="T20" fmla="*/ 4790 w 4791"/>
              <a:gd name="T21" fmla="*/ 469 h 940"/>
              <a:gd name="T22" fmla="*/ 4790 w 4791"/>
              <a:gd name="T23" fmla="*/ 469 h 940"/>
              <a:gd name="T24" fmla="*/ 4320 w 4791"/>
              <a:gd name="T25" fmla="*/ 939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791" h="940">
                <a:moveTo>
                  <a:pt x="4320" y="939"/>
                </a:moveTo>
                <a:lnTo>
                  <a:pt x="470" y="939"/>
                </a:lnTo>
                <a:lnTo>
                  <a:pt x="470" y="939"/>
                </a:lnTo>
                <a:cubicBezTo>
                  <a:pt x="210" y="939"/>
                  <a:pt x="0" y="729"/>
                  <a:pt x="0" y="469"/>
                </a:cubicBezTo>
                <a:lnTo>
                  <a:pt x="0" y="469"/>
                </a:lnTo>
                <a:lnTo>
                  <a:pt x="0" y="469"/>
                </a:lnTo>
                <a:cubicBezTo>
                  <a:pt x="0" y="210"/>
                  <a:pt x="210" y="0"/>
                  <a:pt x="470" y="0"/>
                </a:cubicBezTo>
                <a:lnTo>
                  <a:pt x="4320" y="0"/>
                </a:lnTo>
                <a:lnTo>
                  <a:pt x="4320" y="0"/>
                </a:lnTo>
                <a:cubicBezTo>
                  <a:pt x="4580" y="0"/>
                  <a:pt x="4790" y="210"/>
                  <a:pt x="4790" y="469"/>
                </a:cubicBezTo>
                <a:lnTo>
                  <a:pt x="4790" y="469"/>
                </a:lnTo>
                <a:lnTo>
                  <a:pt x="4790" y="469"/>
                </a:lnTo>
                <a:cubicBezTo>
                  <a:pt x="4790" y="729"/>
                  <a:pt x="4580" y="939"/>
                  <a:pt x="4320" y="939"/>
                </a:cubicBezTo>
              </a:path>
            </a:pathLst>
          </a:custGeom>
          <a:noFill/>
          <a:ln w="12700" cap="flat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266" dirty="0">
              <a:latin typeface="Montserrat" panose="00000500000000000000" pitchFamily="2" charset="0"/>
            </a:endParaRPr>
          </a:p>
        </p:txBody>
      </p:sp>
      <p:sp>
        <p:nvSpPr>
          <p:cNvPr id="111" name="Freeform 54">
            <a:extLst>
              <a:ext uri="{FF2B5EF4-FFF2-40B4-BE49-F238E27FC236}">
                <a16:creationId xmlns:a16="http://schemas.microsoft.com/office/drawing/2014/main" id="{87914DD5-4905-47CC-864C-F6E2886B2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1308" y="2127971"/>
            <a:ext cx="2136664" cy="248022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0C1EB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6" dirty="0">
              <a:latin typeface="Montserrat" panose="00000500000000000000" pitchFamily="2" charset="0"/>
            </a:endParaRPr>
          </a:p>
        </p:txBody>
      </p:sp>
      <p:sp>
        <p:nvSpPr>
          <p:cNvPr id="135" name="Freeform 84">
            <a:extLst>
              <a:ext uri="{FF2B5EF4-FFF2-40B4-BE49-F238E27FC236}">
                <a16:creationId xmlns:a16="http://schemas.microsoft.com/office/drawing/2014/main" id="{45154F6F-7A13-443C-88B7-004CE7C4A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1740" y="4928081"/>
            <a:ext cx="2740212" cy="755148"/>
          </a:xfrm>
          <a:custGeom>
            <a:avLst/>
            <a:gdLst>
              <a:gd name="T0" fmla="*/ 4320 w 4791"/>
              <a:gd name="T1" fmla="*/ 939 h 940"/>
              <a:gd name="T2" fmla="*/ 470 w 4791"/>
              <a:gd name="T3" fmla="*/ 939 h 940"/>
              <a:gd name="T4" fmla="*/ 470 w 4791"/>
              <a:gd name="T5" fmla="*/ 939 h 940"/>
              <a:gd name="T6" fmla="*/ 0 w 4791"/>
              <a:gd name="T7" fmla="*/ 469 h 940"/>
              <a:gd name="T8" fmla="*/ 0 w 4791"/>
              <a:gd name="T9" fmla="*/ 469 h 940"/>
              <a:gd name="T10" fmla="*/ 0 w 4791"/>
              <a:gd name="T11" fmla="*/ 469 h 940"/>
              <a:gd name="T12" fmla="*/ 470 w 4791"/>
              <a:gd name="T13" fmla="*/ 0 h 940"/>
              <a:gd name="T14" fmla="*/ 4320 w 4791"/>
              <a:gd name="T15" fmla="*/ 0 h 940"/>
              <a:gd name="T16" fmla="*/ 4320 w 4791"/>
              <a:gd name="T17" fmla="*/ 0 h 940"/>
              <a:gd name="T18" fmla="*/ 4790 w 4791"/>
              <a:gd name="T19" fmla="*/ 469 h 940"/>
              <a:gd name="T20" fmla="*/ 4790 w 4791"/>
              <a:gd name="T21" fmla="*/ 469 h 940"/>
              <a:gd name="T22" fmla="*/ 4790 w 4791"/>
              <a:gd name="T23" fmla="*/ 469 h 940"/>
              <a:gd name="T24" fmla="*/ 4320 w 4791"/>
              <a:gd name="T25" fmla="*/ 939 h 9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791" h="940">
                <a:moveTo>
                  <a:pt x="4320" y="939"/>
                </a:moveTo>
                <a:lnTo>
                  <a:pt x="470" y="939"/>
                </a:lnTo>
                <a:lnTo>
                  <a:pt x="470" y="939"/>
                </a:lnTo>
                <a:cubicBezTo>
                  <a:pt x="211" y="939"/>
                  <a:pt x="0" y="729"/>
                  <a:pt x="0" y="469"/>
                </a:cubicBezTo>
                <a:lnTo>
                  <a:pt x="0" y="469"/>
                </a:lnTo>
                <a:lnTo>
                  <a:pt x="0" y="469"/>
                </a:lnTo>
                <a:cubicBezTo>
                  <a:pt x="0" y="210"/>
                  <a:pt x="211" y="0"/>
                  <a:pt x="470" y="0"/>
                </a:cubicBezTo>
                <a:lnTo>
                  <a:pt x="4320" y="0"/>
                </a:lnTo>
                <a:lnTo>
                  <a:pt x="4320" y="0"/>
                </a:lnTo>
                <a:cubicBezTo>
                  <a:pt x="4579" y="0"/>
                  <a:pt x="4790" y="210"/>
                  <a:pt x="4790" y="469"/>
                </a:cubicBezTo>
                <a:lnTo>
                  <a:pt x="4790" y="469"/>
                </a:lnTo>
                <a:lnTo>
                  <a:pt x="4790" y="469"/>
                </a:lnTo>
                <a:cubicBezTo>
                  <a:pt x="4790" y="729"/>
                  <a:pt x="4579" y="939"/>
                  <a:pt x="4320" y="939"/>
                </a:cubicBezTo>
              </a:path>
            </a:pathLst>
          </a:custGeom>
          <a:noFill/>
          <a:ln w="12700" cap="flat">
            <a:solidFill>
              <a:srgbClr val="98C24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266" dirty="0">
              <a:latin typeface="Montserrat" panose="000005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9AF27-D7D4-2B56-06F6-5630F773B622}"/>
              </a:ext>
            </a:extLst>
          </p:cNvPr>
          <p:cNvSpPr txBox="1">
            <a:spLocks/>
          </p:cNvSpPr>
          <p:nvPr/>
        </p:nvSpPr>
        <p:spPr>
          <a:xfrm>
            <a:off x="878611" y="103358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rgbClr val="97CA3D"/>
              </a:buClr>
            </a:pPr>
            <a:r>
              <a:rPr lang="en-US" sz="4800" dirty="0">
                <a:solidFill>
                  <a:srgbClr val="B271A7"/>
                </a:solidFill>
                <a:latin typeface="Arial Rounded MT Bold" panose="020F0704030504030204" pitchFamily="34" charset="0"/>
                <a:ea typeface="+mn-ea"/>
                <a:cs typeface="Arial" panose="020B0604020202020204" pitchFamily="34" charset="0"/>
              </a:rPr>
              <a:t>Testing</a:t>
            </a:r>
          </a:p>
        </p:txBody>
      </p:sp>
      <p:pic>
        <p:nvPicPr>
          <p:cNvPr id="3" name="Picture 9">
            <a:extLst>
              <a:ext uri="{FF2B5EF4-FFF2-40B4-BE49-F238E27FC236}">
                <a16:creationId xmlns:a16="http://schemas.microsoft.com/office/drawing/2014/main" id="{F06A0FFC-7825-4B13-905F-CD0B11F2978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1556" y="2646325"/>
            <a:ext cx="1724117" cy="1724117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1CCF10C9-02BA-4D53-77EF-9025282FC33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3886" y="2526490"/>
            <a:ext cx="1805019" cy="1805019"/>
          </a:xfrm>
          <a:prstGeom prst="rect">
            <a:avLst/>
          </a:prstGeom>
        </p:spPr>
      </p:pic>
      <p:sp>
        <p:nvSpPr>
          <p:cNvPr id="4" name="TextBox 7">
            <a:extLst>
              <a:ext uri="{FF2B5EF4-FFF2-40B4-BE49-F238E27FC236}">
                <a16:creationId xmlns:a16="http://schemas.microsoft.com/office/drawing/2014/main" id="{2D9AADCE-3C05-A41A-FF3C-1984F5F363EB}"/>
              </a:ext>
            </a:extLst>
          </p:cNvPr>
          <p:cNvSpPr txBox="1"/>
          <p:nvPr/>
        </p:nvSpPr>
        <p:spPr>
          <a:xfrm>
            <a:off x="2912236" y="5042536"/>
            <a:ext cx="2154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buClr>
                <a:srgbClr val="97CA3D"/>
              </a:buClr>
            </a:pPr>
            <a:r>
              <a:rPr lang="en-US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Validation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6677E8B2-5764-1DDA-DE94-9F326B395BD6}"/>
              </a:ext>
            </a:extLst>
          </p:cNvPr>
          <p:cNvSpPr txBox="1"/>
          <p:nvPr/>
        </p:nvSpPr>
        <p:spPr>
          <a:xfrm>
            <a:off x="7318372" y="5025392"/>
            <a:ext cx="2462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buClr>
                <a:srgbClr val="97CA3D"/>
              </a:buClr>
            </a:pPr>
            <a:r>
              <a:rPr lang="en-US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Verification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10" grpId="0" animBg="1"/>
      <p:bldP spid="111" grpId="0" animBg="1"/>
      <p:bldP spid="135" grpId="0" animBg="1"/>
      <p:bldP spid="2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A5E26D-B51A-DB86-D4B3-C166F4E62CF6}"/>
              </a:ext>
            </a:extLst>
          </p:cNvPr>
          <p:cNvGrpSpPr/>
          <p:nvPr/>
        </p:nvGrpSpPr>
        <p:grpSpPr>
          <a:xfrm>
            <a:off x="465608" y="409654"/>
            <a:ext cx="192659" cy="311223"/>
            <a:chOff x="10293205" y="1567996"/>
            <a:chExt cx="2340599" cy="3781028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287416-7208-E21B-FEF2-0B52BE6E1010}"/>
                </a:ext>
              </a:extLst>
            </p:cNvPr>
            <p:cNvSpPr/>
            <p:nvPr/>
          </p:nvSpPr>
          <p:spPr>
            <a:xfrm>
              <a:off x="10878355" y="4178706"/>
              <a:ext cx="1170299" cy="270073"/>
            </a:xfrm>
            <a:custGeom>
              <a:avLst/>
              <a:gdLst>
                <a:gd name="connsiteX0" fmla="*/ 135035 w 1170299"/>
                <a:gd name="connsiteY0" fmla="*/ 0 h 270073"/>
                <a:gd name="connsiteX1" fmla="*/ 1035265 w 1170299"/>
                <a:gd name="connsiteY1" fmla="*/ 0 h 270073"/>
                <a:gd name="connsiteX2" fmla="*/ 1170300 w 1170299"/>
                <a:gd name="connsiteY2" fmla="*/ 135037 h 270073"/>
                <a:gd name="connsiteX3" fmla="*/ 1035265 w 1170299"/>
                <a:gd name="connsiteY3" fmla="*/ 270073 h 270073"/>
                <a:gd name="connsiteX4" fmla="*/ 135035 w 1170299"/>
                <a:gd name="connsiteY4" fmla="*/ 270073 h 270073"/>
                <a:gd name="connsiteX5" fmla="*/ 0 w 1170299"/>
                <a:gd name="connsiteY5" fmla="*/ 135037 h 270073"/>
                <a:gd name="connsiteX6" fmla="*/ 135035 w 1170299"/>
                <a:gd name="connsiteY6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0299" h="270073">
                  <a:moveTo>
                    <a:pt x="135035" y="0"/>
                  </a:moveTo>
                  <a:lnTo>
                    <a:pt x="1035265" y="0"/>
                  </a:lnTo>
                  <a:cubicBezTo>
                    <a:pt x="1111785" y="0"/>
                    <a:pt x="1170300" y="58516"/>
                    <a:pt x="1170300" y="135037"/>
                  </a:cubicBezTo>
                  <a:cubicBezTo>
                    <a:pt x="1170300" y="211557"/>
                    <a:pt x="1111785" y="270073"/>
                    <a:pt x="1035265" y="270073"/>
                  </a:cubicBezTo>
                  <a:lnTo>
                    <a:pt x="135035" y="270073"/>
                  </a:lnTo>
                  <a:cubicBezTo>
                    <a:pt x="58515" y="270073"/>
                    <a:pt x="0" y="211557"/>
                    <a:pt x="0" y="135037"/>
                  </a:cubicBezTo>
                  <a:cubicBezTo>
                    <a:pt x="0" y="58516"/>
                    <a:pt x="58515" y="0"/>
                    <a:pt x="135035" y="0"/>
                  </a:cubicBez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4588AB-F11C-F6B6-7DB6-A911E0BB04F2}"/>
                </a:ext>
              </a:extLst>
            </p:cNvPr>
            <p:cNvSpPr/>
            <p:nvPr/>
          </p:nvSpPr>
          <p:spPr>
            <a:xfrm>
              <a:off x="10878355" y="4628828"/>
              <a:ext cx="1170299" cy="270073"/>
            </a:xfrm>
            <a:custGeom>
              <a:avLst/>
              <a:gdLst>
                <a:gd name="connsiteX0" fmla="*/ 135035 w 1170299"/>
                <a:gd name="connsiteY0" fmla="*/ 0 h 270073"/>
                <a:gd name="connsiteX1" fmla="*/ 1035265 w 1170299"/>
                <a:gd name="connsiteY1" fmla="*/ 0 h 270073"/>
                <a:gd name="connsiteX2" fmla="*/ 1170300 w 1170299"/>
                <a:gd name="connsiteY2" fmla="*/ 135037 h 270073"/>
                <a:gd name="connsiteX3" fmla="*/ 1035265 w 1170299"/>
                <a:gd name="connsiteY3" fmla="*/ 270073 h 270073"/>
                <a:gd name="connsiteX4" fmla="*/ 135035 w 1170299"/>
                <a:gd name="connsiteY4" fmla="*/ 270073 h 270073"/>
                <a:gd name="connsiteX5" fmla="*/ 0 w 1170299"/>
                <a:gd name="connsiteY5" fmla="*/ 135037 h 270073"/>
                <a:gd name="connsiteX6" fmla="*/ 135035 w 1170299"/>
                <a:gd name="connsiteY6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0299" h="270073">
                  <a:moveTo>
                    <a:pt x="135035" y="0"/>
                  </a:moveTo>
                  <a:lnTo>
                    <a:pt x="1035265" y="0"/>
                  </a:lnTo>
                  <a:cubicBezTo>
                    <a:pt x="1111785" y="0"/>
                    <a:pt x="1170300" y="58516"/>
                    <a:pt x="1170300" y="135037"/>
                  </a:cubicBezTo>
                  <a:cubicBezTo>
                    <a:pt x="1170300" y="211557"/>
                    <a:pt x="1111785" y="270073"/>
                    <a:pt x="1035265" y="270073"/>
                  </a:cubicBezTo>
                  <a:lnTo>
                    <a:pt x="135035" y="270073"/>
                  </a:lnTo>
                  <a:cubicBezTo>
                    <a:pt x="58515" y="270073"/>
                    <a:pt x="0" y="211557"/>
                    <a:pt x="0" y="135037"/>
                  </a:cubicBezTo>
                  <a:cubicBezTo>
                    <a:pt x="0" y="58516"/>
                    <a:pt x="58515" y="0"/>
                    <a:pt x="135035" y="0"/>
                  </a:cubicBez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7649C1-EC35-8A9B-D8DE-BA39C4E7DC9E}"/>
                </a:ext>
              </a:extLst>
            </p:cNvPr>
            <p:cNvSpPr/>
            <p:nvPr/>
          </p:nvSpPr>
          <p:spPr>
            <a:xfrm>
              <a:off x="11170930" y="5078951"/>
              <a:ext cx="585149" cy="270073"/>
            </a:xfrm>
            <a:custGeom>
              <a:avLst/>
              <a:gdLst>
                <a:gd name="connsiteX0" fmla="*/ 0 w 585149"/>
                <a:gd name="connsiteY0" fmla="*/ 0 h 270073"/>
                <a:gd name="connsiteX1" fmla="*/ 292575 w 585149"/>
                <a:gd name="connsiteY1" fmla="*/ 270073 h 270073"/>
                <a:gd name="connsiteX2" fmla="*/ 585150 w 585149"/>
                <a:gd name="connsiteY2" fmla="*/ 0 h 270073"/>
                <a:gd name="connsiteX3" fmla="*/ 0 w 585149"/>
                <a:gd name="connsiteY3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149" h="270073">
                  <a:moveTo>
                    <a:pt x="0" y="0"/>
                  </a:moveTo>
                  <a:cubicBezTo>
                    <a:pt x="13503" y="153042"/>
                    <a:pt x="139536" y="270073"/>
                    <a:pt x="292575" y="270073"/>
                  </a:cubicBezTo>
                  <a:cubicBezTo>
                    <a:pt x="445614" y="270073"/>
                    <a:pt x="571646" y="153042"/>
                    <a:pt x="5851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B5686DB-45A5-BDE3-82C2-28C90CD17561}"/>
                </a:ext>
              </a:extLst>
            </p:cNvPr>
            <p:cNvSpPr/>
            <p:nvPr/>
          </p:nvSpPr>
          <p:spPr>
            <a:xfrm>
              <a:off x="10293205" y="1567996"/>
              <a:ext cx="2340599" cy="2430660"/>
            </a:xfrm>
            <a:custGeom>
              <a:avLst/>
              <a:gdLst>
                <a:gd name="connsiteX0" fmla="*/ 1170300 w 2340599"/>
                <a:gd name="connsiteY0" fmla="*/ 0 h 2430660"/>
                <a:gd name="connsiteX1" fmla="*/ 1170300 w 2340599"/>
                <a:gd name="connsiteY1" fmla="*/ 0 h 2430660"/>
                <a:gd name="connsiteX2" fmla="*/ 1170300 w 2340599"/>
                <a:gd name="connsiteY2" fmla="*/ 0 h 2430660"/>
                <a:gd name="connsiteX3" fmla="*/ 0 w 2340599"/>
                <a:gd name="connsiteY3" fmla="*/ 1156815 h 2430660"/>
                <a:gd name="connsiteX4" fmla="*/ 0 w 2340599"/>
                <a:gd name="connsiteY4" fmla="*/ 1197326 h 2430660"/>
                <a:gd name="connsiteX5" fmla="*/ 81021 w 2340599"/>
                <a:gd name="connsiteY5" fmla="*/ 1602436 h 2430660"/>
                <a:gd name="connsiteX6" fmla="*/ 283573 w 2340599"/>
                <a:gd name="connsiteY6" fmla="*/ 1935526 h 2430660"/>
                <a:gd name="connsiteX7" fmla="*/ 558143 w 2340599"/>
                <a:gd name="connsiteY7" fmla="*/ 2381148 h 2430660"/>
                <a:gd name="connsiteX8" fmla="*/ 639164 w 2340599"/>
                <a:gd name="connsiteY8" fmla="*/ 2430661 h 2430660"/>
                <a:gd name="connsiteX9" fmla="*/ 1701436 w 2340599"/>
                <a:gd name="connsiteY9" fmla="*/ 2430661 h 2430660"/>
                <a:gd name="connsiteX10" fmla="*/ 1782456 w 2340599"/>
                <a:gd name="connsiteY10" fmla="*/ 2381148 h 2430660"/>
                <a:gd name="connsiteX11" fmla="*/ 2057027 w 2340599"/>
                <a:gd name="connsiteY11" fmla="*/ 1935526 h 2430660"/>
                <a:gd name="connsiteX12" fmla="*/ 2259579 w 2340599"/>
                <a:gd name="connsiteY12" fmla="*/ 1602436 h 2430660"/>
                <a:gd name="connsiteX13" fmla="*/ 2340600 w 2340599"/>
                <a:gd name="connsiteY13" fmla="*/ 1197326 h 2430660"/>
                <a:gd name="connsiteX14" fmla="*/ 2340600 w 2340599"/>
                <a:gd name="connsiteY14" fmla="*/ 1156815 h 2430660"/>
                <a:gd name="connsiteX15" fmla="*/ 1170300 w 2340599"/>
                <a:gd name="connsiteY15" fmla="*/ 0 h 2430660"/>
                <a:gd name="connsiteX16" fmla="*/ 2070530 w 2340599"/>
                <a:gd name="connsiteY16" fmla="*/ 1192824 h 2430660"/>
                <a:gd name="connsiteX17" fmla="*/ 2007514 w 2340599"/>
                <a:gd name="connsiteY17" fmla="*/ 1507910 h 2430660"/>
                <a:gd name="connsiteX18" fmla="*/ 1854475 w 2340599"/>
                <a:gd name="connsiteY18" fmla="*/ 1755477 h 2430660"/>
                <a:gd name="connsiteX19" fmla="*/ 1593408 w 2340599"/>
                <a:gd name="connsiteY19" fmla="*/ 2160588 h 2430660"/>
                <a:gd name="connsiteX20" fmla="*/ 1170300 w 2340599"/>
                <a:gd name="connsiteY20" fmla="*/ 2160588 h 2430660"/>
                <a:gd name="connsiteX21" fmla="*/ 751693 w 2340599"/>
                <a:gd name="connsiteY21" fmla="*/ 2160588 h 2430660"/>
                <a:gd name="connsiteX22" fmla="*/ 490626 w 2340599"/>
                <a:gd name="connsiteY22" fmla="*/ 1755477 h 2430660"/>
                <a:gd name="connsiteX23" fmla="*/ 337586 w 2340599"/>
                <a:gd name="connsiteY23" fmla="*/ 1507910 h 2430660"/>
                <a:gd name="connsiteX24" fmla="*/ 274570 w 2340599"/>
                <a:gd name="connsiteY24" fmla="*/ 1192824 h 2430660"/>
                <a:gd name="connsiteX25" fmla="*/ 274570 w 2340599"/>
                <a:gd name="connsiteY25" fmla="*/ 1156815 h 2430660"/>
                <a:gd name="connsiteX26" fmla="*/ 1174801 w 2340599"/>
                <a:gd name="connsiteY26" fmla="*/ 265572 h 2430660"/>
                <a:gd name="connsiteX27" fmla="*/ 1174801 w 2340599"/>
                <a:gd name="connsiteY27" fmla="*/ 265572 h 2430660"/>
                <a:gd name="connsiteX28" fmla="*/ 1174801 w 2340599"/>
                <a:gd name="connsiteY28" fmla="*/ 265572 h 2430660"/>
                <a:gd name="connsiteX29" fmla="*/ 1174801 w 2340599"/>
                <a:gd name="connsiteY29" fmla="*/ 265572 h 2430660"/>
                <a:gd name="connsiteX30" fmla="*/ 1174801 w 2340599"/>
                <a:gd name="connsiteY30" fmla="*/ 265572 h 2430660"/>
                <a:gd name="connsiteX31" fmla="*/ 1174801 w 2340599"/>
                <a:gd name="connsiteY31" fmla="*/ 265572 h 2430660"/>
                <a:gd name="connsiteX32" fmla="*/ 1174801 w 2340599"/>
                <a:gd name="connsiteY32" fmla="*/ 265572 h 2430660"/>
                <a:gd name="connsiteX33" fmla="*/ 2075031 w 2340599"/>
                <a:gd name="connsiteY33" fmla="*/ 1156815 h 2430660"/>
                <a:gd name="connsiteX34" fmla="*/ 2075031 w 2340599"/>
                <a:gd name="connsiteY34" fmla="*/ 1192824 h 243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340599" h="2430660">
                  <a:moveTo>
                    <a:pt x="1170300" y="0"/>
                  </a:moveTo>
                  <a:cubicBezTo>
                    <a:pt x="1170300" y="0"/>
                    <a:pt x="1170300" y="0"/>
                    <a:pt x="1170300" y="0"/>
                  </a:cubicBezTo>
                  <a:cubicBezTo>
                    <a:pt x="1170300" y="0"/>
                    <a:pt x="1170300" y="0"/>
                    <a:pt x="1170300" y="0"/>
                  </a:cubicBezTo>
                  <a:cubicBezTo>
                    <a:pt x="531136" y="4501"/>
                    <a:pt x="13503" y="517641"/>
                    <a:pt x="0" y="1156815"/>
                  </a:cubicBezTo>
                  <a:lnTo>
                    <a:pt x="0" y="1197326"/>
                  </a:lnTo>
                  <a:cubicBezTo>
                    <a:pt x="4501" y="1336864"/>
                    <a:pt x="31508" y="1471900"/>
                    <a:pt x="81021" y="1602436"/>
                  </a:cubicBezTo>
                  <a:cubicBezTo>
                    <a:pt x="130533" y="1723969"/>
                    <a:pt x="198051" y="1836499"/>
                    <a:pt x="283573" y="1935526"/>
                  </a:cubicBezTo>
                  <a:cubicBezTo>
                    <a:pt x="391600" y="2052558"/>
                    <a:pt x="508630" y="2282121"/>
                    <a:pt x="558143" y="2381148"/>
                  </a:cubicBezTo>
                  <a:cubicBezTo>
                    <a:pt x="571646" y="2412656"/>
                    <a:pt x="603155" y="2430661"/>
                    <a:pt x="639164" y="2430661"/>
                  </a:cubicBezTo>
                  <a:lnTo>
                    <a:pt x="1701436" y="2430661"/>
                  </a:lnTo>
                  <a:cubicBezTo>
                    <a:pt x="1737445" y="2430661"/>
                    <a:pt x="1768953" y="2412656"/>
                    <a:pt x="1782456" y="2381148"/>
                  </a:cubicBezTo>
                  <a:cubicBezTo>
                    <a:pt x="1831969" y="2282121"/>
                    <a:pt x="1948999" y="2052558"/>
                    <a:pt x="2057027" y="1935526"/>
                  </a:cubicBezTo>
                  <a:cubicBezTo>
                    <a:pt x="2142549" y="1836499"/>
                    <a:pt x="2214567" y="1723969"/>
                    <a:pt x="2259579" y="1602436"/>
                  </a:cubicBezTo>
                  <a:cubicBezTo>
                    <a:pt x="2309092" y="1471900"/>
                    <a:pt x="2336098" y="1336864"/>
                    <a:pt x="2340600" y="1197326"/>
                  </a:cubicBezTo>
                  <a:lnTo>
                    <a:pt x="2340600" y="1156815"/>
                  </a:lnTo>
                  <a:cubicBezTo>
                    <a:pt x="2327096" y="517641"/>
                    <a:pt x="1809463" y="4501"/>
                    <a:pt x="1170300" y="0"/>
                  </a:cubicBezTo>
                  <a:close/>
                  <a:moveTo>
                    <a:pt x="2070530" y="1192824"/>
                  </a:moveTo>
                  <a:cubicBezTo>
                    <a:pt x="2066029" y="1300854"/>
                    <a:pt x="2043523" y="1408883"/>
                    <a:pt x="2007514" y="1507910"/>
                  </a:cubicBezTo>
                  <a:cubicBezTo>
                    <a:pt x="1971505" y="1597935"/>
                    <a:pt x="1921992" y="1683458"/>
                    <a:pt x="1854475" y="1755477"/>
                  </a:cubicBezTo>
                  <a:cubicBezTo>
                    <a:pt x="1750949" y="1881512"/>
                    <a:pt x="1660925" y="2016548"/>
                    <a:pt x="1593408" y="2160588"/>
                  </a:cubicBezTo>
                  <a:lnTo>
                    <a:pt x="1170300" y="2160588"/>
                  </a:lnTo>
                  <a:lnTo>
                    <a:pt x="751693" y="2160588"/>
                  </a:lnTo>
                  <a:cubicBezTo>
                    <a:pt x="679674" y="2016548"/>
                    <a:pt x="589651" y="1881512"/>
                    <a:pt x="490626" y="1755477"/>
                  </a:cubicBezTo>
                  <a:cubicBezTo>
                    <a:pt x="427610" y="1683458"/>
                    <a:pt x="373596" y="1597935"/>
                    <a:pt x="337586" y="1507910"/>
                  </a:cubicBezTo>
                  <a:cubicBezTo>
                    <a:pt x="297076" y="1408883"/>
                    <a:pt x="279072" y="1300854"/>
                    <a:pt x="274570" y="1192824"/>
                  </a:cubicBezTo>
                  <a:lnTo>
                    <a:pt x="274570" y="1156815"/>
                  </a:lnTo>
                  <a:cubicBezTo>
                    <a:pt x="283573" y="666181"/>
                    <a:pt x="684175" y="270073"/>
                    <a:pt x="1174801" y="265572"/>
                  </a:cubicBezTo>
                  <a:lnTo>
                    <a:pt x="1174801" y="265572"/>
                  </a:lnTo>
                  <a:lnTo>
                    <a:pt x="1174801" y="265572"/>
                  </a:lnTo>
                  <a:cubicBezTo>
                    <a:pt x="1174801" y="265572"/>
                    <a:pt x="1174801" y="265572"/>
                    <a:pt x="1174801" y="265572"/>
                  </a:cubicBezTo>
                  <a:cubicBezTo>
                    <a:pt x="1174801" y="265572"/>
                    <a:pt x="1174801" y="265572"/>
                    <a:pt x="1174801" y="265572"/>
                  </a:cubicBezTo>
                  <a:lnTo>
                    <a:pt x="1174801" y="265572"/>
                  </a:lnTo>
                  <a:lnTo>
                    <a:pt x="1174801" y="265572"/>
                  </a:lnTo>
                  <a:cubicBezTo>
                    <a:pt x="1665427" y="270073"/>
                    <a:pt x="2066029" y="661680"/>
                    <a:pt x="2075031" y="1156815"/>
                  </a:cubicBezTo>
                  <a:lnTo>
                    <a:pt x="2075031" y="1192824"/>
                  </a:ln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5B712844-C7A9-EC6C-C5C9-726F15F1945C}"/>
              </a:ext>
            </a:extLst>
          </p:cNvPr>
          <p:cNvSpPr txBox="1">
            <a:spLocks/>
          </p:cNvSpPr>
          <p:nvPr/>
        </p:nvSpPr>
        <p:spPr>
          <a:xfrm>
            <a:off x="1744874" y="661596"/>
            <a:ext cx="842793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rgbClr val="97CA3D"/>
              </a:buClr>
            </a:pPr>
            <a:r>
              <a:rPr lang="en-US" sz="4800" b="1" dirty="0">
                <a:solidFill>
                  <a:srgbClr val="B271A7"/>
                </a:solidFill>
                <a:latin typeface="Arial Rounded MT Bold" panose="020F0704030504030204" pitchFamily="34" charset="0"/>
                <a:ea typeface="+mn-ea"/>
                <a:cs typeface="Arial" panose="020B0604020202020204" pitchFamily="34" charset="0"/>
              </a:rPr>
              <a:t>Architecture</a:t>
            </a:r>
          </a:p>
        </p:txBody>
      </p:sp>
      <p:pic>
        <p:nvPicPr>
          <p:cNvPr id="10" name="صورة 9">
            <a:extLst>
              <a:ext uri="{FF2B5EF4-FFF2-40B4-BE49-F238E27FC236}">
                <a16:creationId xmlns:a16="http://schemas.microsoft.com/office/drawing/2014/main" id="{FEE44E69-8E84-2B4C-E6F1-921D08927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27" y="1834759"/>
            <a:ext cx="11611823" cy="358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9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 23">
            <a:extLst>
              <a:ext uri="{FF2B5EF4-FFF2-40B4-BE49-F238E27FC236}">
                <a16:creationId xmlns:a16="http://schemas.microsoft.com/office/drawing/2014/main" id="{85F90C50-8832-9288-87DA-380688AA366A}"/>
              </a:ext>
            </a:extLst>
          </p:cNvPr>
          <p:cNvSpPr/>
          <p:nvPr/>
        </p:nvSpPr>
        <p:spPr>
          <a:xfrm rot="2700000" flipH="1">
            <a:off x="8177908" y="348508"/>
            <a:ext cx="5625807" cy="7661152"/>
          </a:xfrm>
          <a:custGeom>
            <a:avLst/>
            <a:gdLst>
              <a:gd name="connsiteX0" fmla="*/ 4849338 w 5625807"/>
              <a:gd name="connsiteY0" fmla="*/ 0 h 7661152"/>
              <a:gd name="connsiteX1" fmla="*/ 5625807 w 5625807"/>
              <a:gd name="connsiteY1" fmla="*/ 776469 h 7661152"/>
              <a:gd name="connsiteX2" fmla="*/ 5625807 w 5625807"/>
              <a:gd name="connsiteY2" fmla="*/ 6203326 h 7661152"/>
              <a:gd name="connsiteX3" fmla="*/ 4167981 w 5625807"/>
              <a:gd name="connsiteY3" fmla="*/ 7661152 h 7661152"/>
              <a:gd name="connsiteX4" fmla="*/ 2811814 w 5625807"/>
              <a:gd name="connsiteY4" fmla="*/ 7661152 h 7661152"/>
              <a:gd name="connsiteX5" fmla="*/ 0 w 5625807"/>
              <a:gd name="connsiteY5" fmla="*/ 4849338 h 766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25807" h="7661152">
                <a:moveTo>
                  <a:pt x="4849338" y="0"/>
                </a:moveTo>
                <a:lnTo>
                  <a:pt x="5625807" y="776469"/>
                </a:lnTo>
                <a:lnTo>
                  <a:pt x="5625807" y="6203326"/>
                </a:lnTo>
                <a:cubicBezTo>
                  <a:pt x="5625807" y="7008461"/>
                  <a:pt x="4973116" y="7661152"/>
                  <a:pt x="4167981" y="7661152"/>
                </a:cubicBezTo>
                <a:lnTo>
                  <a:pt x="2811814" y="7661152"/>
                </a:lnTo>
                <a:lnTo>
                  <a:pt x="0" y="4849338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82000"/>
                </a:schemeClr>
              </a:gs>
              <a:gs pos="100000">
                <a:schemeClr val="bg1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A5E26D-B51A-DB86-D4B3-C166F4E62CF6}"/>
              </a:ext>
            </a:extLst>
          </p:cNvPr>
          <p:cNvGrpSpPr/>
          <p:nvPr/>
        </p:nvGrpSpPr>
        <p:grpSpPr>
          <a:xfrm>
            <a:off x="465608" y="409654"/>
            <a:ext cx="192659" cy="311223"/>
            <a:chOff x="10293205" y="1567996"/>
            <a:chExt cx="2340599" cy="3781028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287416-7208-E21B-FEF2-0B52BE6E1010}"/>
                </a:ext>
              </a:extLst>
            </p:cNvPr>
            <p:cNvSpPr/>
            <p:nvPr/>
          </p:nvSpPr>
          <p:spPr>
            <a:xfrm>
              <a:off x="10878355" y="4178706"/>
              <a:ext cx="1170299" cy="270073"/>
            </a:xfrm>
            <a:custGeom>
              <a:avLst/>
              <a:gdLst>
                <a:gd name="connsiteX0" fmla="*/ 135035 w 1170299"/>
                <a:gd name="connsiteY0" fmla="*/ 0 h 270073"/>
                <a:gd name="connsiteX1" fmla="*/ 1035265 w 1170299"/>
                <a:gd name="connsiteY1" fmla="*/ 0 h 270073"/>
                <a:gd name="connsiteX2" fmla="*/ 1170300 w 1170299"/>
                <a:gd name="connsiteY2" fmla="*/ 135037 h 270073"/>
                <a:gd name="connsiteX3" fmla="*/ 1035265 w 1170299"/>
                <a:gd name="connsiteY3" fmla="*/ 270073 h 270073"/>
                <a:gd name="connsiteX4" fmla="*/ 135035 w 1170299"/>
                <a:gd name="connsiteY4" fmla="*/ 270073 h 270073"/>
                <a:gd name="connsiteX5" fmla="*/ 0 w 1170299"/>
                <a:gd name="connsiteY5" fmla="*/ 135037 h 270073"/>
                <a:gd name="connsiteX6" fmla="*/ 135035 w 1170299"/>
                <a:gd name="connsiteY6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0299" h="270073">
                  <a:moveTo>
                    <a:pt x="135035" y="0"/>
                  </a:moveTo>
                  <a:lnTo>
                    <a:pt x="1035265" y="0"/>
                  </a:lnTo>
                  <a:cubicBezTo>
                    <a:pt x="1111785" y="0"/>
                    <a:pt x="1170300" y="58516"/>
                    <a:pt x="1170300" y="135037"/>
                  </a:cubicBezTo>
                  <a:cubicBezTo>
                    <a:pt x="1170300" y="211557"/>
                    <a:pt x="1111785" y="270073"/>
                    <a:pt x="1035265" y="270073"/>
                  </a:cubicBezTo>
                  <a:lnTo>
                    <a:pt x="135035" y="270073"/>
                  </a:lnTo>
                  <a:cubicBezTo>
                    <a:pt x="58515" y="270073"/>
                    <a:pt x="0" y="211557"/>
                    <a:pt x="0" y="135037"/>
                  </a:cubicBezTo>
                  <a:cubicBezTo>
                    <a:pt x="0" y="58516"/>
                    <a:pt x="58515" y="0"/>
                    <a:pt x="135035" y="0"/>
                  </a:cubicBez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4588AB-F11C-F6B6-7DB6-A911E0BB04F2}"/>
                </a:ext>
              </a:extLst>
            </p:cNvPr>
            <p:cNvSpPr/>
            <p:nvPr/>
          </p:nvSpPr>
          <p:spPr>
            <a:xfrm>
              <a:off x="10878355" y="4628828"/>
              <a:ext cx="1170299" cy="270073"/>
            </a:xfrm>
            <a:custGeom>
              <a:avLst/>
              <a:gdLst>
                <a:gd name="connsiteX0" fmla="*/ 135035 w 1170299"/>
                <a:gd name="connsiteY0" fmla="*/ 0 h 270073"/>
                <a:gd name="connsiteX1" fmla="*/ 1035265 w 1170299"/>
                <a:gd name="connsiteY1" fmla="*/ 0 h 270073"/>
                <a:gd name="connsiteX2" fmla="*/ 1170300 w 1170299"/>
                <a:gd name="connsiteY2" fmla="*/ 135037 h 270073"/>
                <a:gd name="connsiteX3" fmla="*/ 1035265 w 1170299"/>
                <a:gd name="connsiteY3" fmla="*/ 270073 h 270073"/>
                <a:gd name="connsiteX4" fmla="*/ 135035 w 1170299"/>
                <a:gd name="connsiteY4" fmla="*/ 270073 h 270073"/>
                <a:gd name="connsiteX5" fmla="*/ 0 w 1170299"/>
                <a:gd name="connsiteY5" fmla="*/ 135037 h 270073"/>
                <a:gd name="connsiteX6" fmla="*/ 135035 w 1170299"/>
                <a:gd name="connsiteY6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0299" h="270073">
                  <a:moveTo>
                    <a:pt x="135035" y="0"/>
                  </a:moveTo>
                  <a:lnTo>
                    <a:pt x="1035265" y="0"/>
                  </a:lnTo>
                  <a:cubicBezTo>
                    <a:pt x="1111785" y="0"/>
                    <a:pt x="1170300" y="58516"/>
                    <a:pt x="1170300" y="135037"/>
                  </a:cubicBezTo>
                  <a:cubicBezTo>
                    <a:pt x="1170300" y="211557"/>
                    <a:pt x="1111785" y="270073"/>
                    <a:pt x="1035265" y="270073"/>
                  </a:cubicBezTo>
                  <a:lnTo>
                    <a:pt x="135035" y="270073"/>
                  </a:lnTo>
                  <a:cubicBezTo>
                    <a:pt x="58515" y="270073"/>
                    <a:pt x="0" y="211557"/>
                    <a:pt x="0" y="135037"/>
                  </a:cubicBezTo>
                  <a:cubicBezTo>
                    <a:pt x="0" y="58516"/>
                    <a:pt x="58515" y="0"/>
                    <a:pt x="135035" y="0"/>
                  </a:cubicBez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7649C1-EC35-8A9B-D8DE-BA39C4E7DC9E}"/>
                </a:ext>
              </a:extLst>
            </p:cNvPr>
            <p:cNvSpPr/>
            <p:nvPr/>
          </p:nvSpPr>
          <p:spPr>
            <a:xfrm>
              <a:off x="11170930" y="5078951"/>
              <a:ext cx="585149" cy="270073"/>
            </a:xfrm>
            <a:custGeom>
              <a:avLst/>
              <a:gdLst>
                <a:gd name="connsiteX0" fmla="*/ 0 w 585149"/>
                <a:gd name="connsiteY0" fmla="*/ 0 h 270073"/>
                <a:gd name="connsiteX1" fmla="*/ 292575 w 585149"/>
                <a:gd name="connsiteY1" fmla="*/ 270073 h 270073"/>
                <a:gd name="connsiteX2" fmla="*/ 585150 w 585149"/>
                <a:gd name="connsiteY2" fmla="*/ 0 h 270073"/>
                <a:gd name="connsiteX3" fmla="*/ 0 w 585149"/>
                <a:gd name="connsiteY3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149" h="270073">
                  <a:moveTo>
                    <a:pt x="0" y="0"/>
                  </a:moveTo>
                  <a:cubicBezTo>
                    <a:pt x="13503" y="153042"/>
                    <a:pt x="139536" y="270073"/>
                    <a:pt x="292575" y="270073"/>
                  </a:cubicBezTo>
                  <a:cubicBezTo>
                    <a:pt x="445614" y="270073"/>
                    <a:pt x="571646" y="153042"/>
                    <a:pt x="5851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B5686DB-45A5-BDE3-82C2-28C90CD17561}"/>
                </a:ext>
              </a:extLst>
            </p:cNvPr>
            <p:cNvSpPr/>
            <p:nvPr/>
          </p:nvSpPr>
          <p:spPr>
            <a:xfrm>
              <a:off x="10293205" y="1567996"/>
              <a:ext cx="2340599" cy="2430660"/>
            </a:xfrm>
            <a:custGeom>
              <a:avLst/>
              <a:gdLst>
                <a:gd name="connsiteX0" fmla="*/ 1170300 w 2340599"/>
                <a:gd name="connsiteY0" fmla="*/ 0 h 2430660"/>
                <a:gd name="connsiteX1" fmla="*/ 1170300 w 2340599"/>
                <a:gd name="connsiteY1" fmla="*/ 0 h 2430660"/>
                <a:gd name="connsiteX2" fmla="*/ 1170300 w 2340599"/>
                <a:gd name="connsiteY2" fmla="*/ 0 h 2430660"/>
                <a:gd name="connsiteX3" fmla="*/ 0 w 2340599"/>
                <a:gd name="connsiteY3" fmla="*/ 1156815 h 2430660"/>
                <a:gd name="connsiteX4" fmla="*/ 0 w 2340599"/>
                <a:gd name="connsiteY4" fmla="*/ 1197326 h 2430660"/>
                <a:gd name="connsiteX5" fmla="*/ 81021 w 2340599"/>
                <a:gd name="connsiteY5" fmla="*/ 1602436 h 2430660"/>
                <a:gd name="connsiteX6" fmla="*/ 283573 w 2340599"/>
                <a:gd name="connsiteY6" fmla="*/ 1935526 h 2430660"/>
                <a:gd name="connsiteX7" fmla="*/ 558143 w 2340599"/>
                <a:gd name="connsiteY7" fmla="*/ 2381148 h 2430660"/>
                <a:gd name="connsiteX8" fmla="*/ 639164 w 2340599"/>
                <a:gd name="connsiteY8" fmla="*/ 2430661 h 2430660"/>
                <a:gd name="connsiteX9" fmla="*/ 1701436 w 2340599"/>
                <a:gd name="connsiteY9" fmla="*/ 2430661 h 2430660"/>
                <a:gd name="connsiteX10" fmla="*/ 1782456 w 2340599"/>
                <a:gd name="connsiteY10" fmla="*/ 2381148 h 2430660"/>
                <a:gd name="connsiteX11" fmla="*/ 2057027 w 2340599"/>
                <a:gd name="connsiteY11" fmla="*/ 1935526 h 2430660"/>
                <a:gd name="connsiteX12" fmla="*/ 2259579 w 2340599"/>
                <a:gd name="connsiteY12" fmla="*/ 1602436 h 2430660"/>
                <a:gd name="connsiteX13" fmla="*/ 2340600 w 2340599"/>
                <a:gd name="connsiteY13" fmla="*/ 1197326 h 2430660"/>
                <a:gd name="connsiteX14" fmla="*/ 2340600 w 2340599"/>
                <a:gd name="connsiteY14" fmla="*/ 1156815 h 2430660"/>
                <a:gd name="connsiteX15" fmla="*/ 1170300 w 2340599"/>
                <a:gd name="connsiteY15" fmla="*/ 0 h 2430660"/>
                <a:gd name="connsiteX16" fmla="*/ 2070530 w 2340599"/>
                <a:gd name="connsiteY16" fmla="*/ 1192824 h 2430660"/>
                <a:gd name="connsiteX17" fmla="*/ 2007514 w 2340599"/>
                <a:gd name="connsiteY17" fmla="*/ 1507910 h 2430660"/>
                <a:gd name="connsiteX18" fmla="*/ 1854475 w 2340599"/>
                <a:gd name="connsiteY18" fmla="*/ 1755477 h 2430660"/>
                <a:gd name="connsiteX19" fmla="*/ 1593408 w 2340599"/>
                <a:gd name="connsiteY19" fmla="*/ 2160588 h 2430660"/>
                <a:gd name="connsiteX20" fmla="*/ 1170300 w 2340599"/>
                <a:gd name="connsiteY20" fmla="*/ 2160588 h 2430660"/>
                <a:gd name="connsiteX21" fmla="*/ 751693 w 2340599"/>
                <a:gd name="connsiteY21" fmla="*/ 2160588 h 2430660"/>
                <a:gd name="connsiteX22" fmla="*/ 490626 w 2340599"/>
                <a:gd name="connsiteY22" fmla="*/ 1755477 h 2430660"/>
                <a:gd name="connsiteX23" fmla="*/ 337586 w 2340599"/>
                <a:gd name="connsiteY23" fmla="*/ 1507910 h 2430660"/>
                <a:gd name="connsiteX24" fmla="*/ 274570 w 2340599"/>
                <a:gd name="connsiteY24" fmla="*/ 1192824 h 2430660"/>
                <a:gd name="connsiteX25" fmla="*/ 274570 w 2340599"/>
                <a:gd name="connsiteY25" fmla="*/ 1156815 h 2430660"/>
                <a:gd name="connsiteX26" fmla="*/ 1174801 w 2340599"/>
                <a:gd name="connsiteY26" fmla="*/ 265572 h 2430660"/>
                <a:gd name="connsiteX27" fmla="*/ 1174801 w 2340599"/>
                <a:gd name="connsiteY27" fmla="*/ 265572 h 2430660"/>
                <a:gd name="connsiteX28" fmla="*/ 1174801 w 2340599"/>
                <a:gd name="connsiteY28" fmla="*/ 265572 h 2430660"/>
                <a:gd name="connsiteX29" fmla="*/ 1174801 w 2340599"/>
                <a:gd name="connsiteY29" fmla="*/ 265572 h 2430660"/>
                <a:gd name="connsiteX30" fmla="*/ 1174801 w 2340599"/>
                <a:gd name="connsiteY30" fmla="*/ 265572 h 2430660"/>
                <a:gd name="connsiteX31" fmla="*/ 1174801 w 2340599"/>
                <a:gd name="connsiteY31" fmla="*/ 265572 h 2430660"/>
                <a:gd name="connsiteX32" fmla="*/ 1174801 w 2340599"/>
                <a:gd name="connsiteY32" fmla="*/ 265572 h 2430660"/>
                <a:gd name="connsiteX33" fmla="*/ 2075031 w 2340599"/>
                <a:gd name="connsiteY33" fmla="*/ 1156815 h 2430660"/>
                <a:gd name="connsiteX34" fmla="*/ 2075031 w 2340599"/>
                <a:gd name="connsiteY34" fmla="*/ 1192824 h 243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340599" h="2430660">
                  <a:moveTo>
                    <a:pt x="1170300" y="0"/>
                  </a:moveTo>
                  <a:cubicBezTo>
                    <a:pt x="1170300" y="0"/>
                    <a:pt x="1170300" y="0"/>
                    <a:pt x="1170300" y="0"/>
                  </a:cubicBezTo>
                  <a:cubicBezTo>
                    <a:pt x="1170300" y="0"/>
                    <a:pt x="1170300" y="0"/>
                    <a:pt x="1170300" y="0"/>
                  </a:cubicBezTo>
                  <a:cubicBezTo>
                    <a:pt x="531136" y="4501"/>
                    <a:pt x="13503" y="517641"/>
                    <a:pt x="0" y="1156815"/>
                  </a:cubicBezTo>
                  <a:lnTo>
                    <a:pt x="0" y="1197326"/>
                  </a:lnTo>
                  <a:cubicBezTo>
                    <a:pt x="4501" y="1336864"/>
                    <a:pt x="31508" y="1471900"/>
                    <a:pt x="81021" y="1602436"/>
                  </a:cubicBezTo>
                  <a:cubicBezTo>
                    <a:pt x="130533" y="1723969"/>
                    <a:pt x="198051" y="1836499"/>
                    <a:pt x="283573" y="1935526"/>
                  </a:cubicBezTo>
                  <a:cubicBezTo>
                    <a:pt x="391600" y="2052558"/>
                    <a:pt x="508630" y="2282121"/>
                    <a:pt x="558143" y="2381148"/>
                  </a:cubicBezTo>
                  <a:cubicBezTo>
                    <a:pt x="571646" y="2412656"/>
                    <a:pt x="603155" y="2430661"/>
                    <a:pt x="639164" y="2430661"/>
                  </a:cubicBezTo>
                  <a:lnTo>
                    <a:pt x="1701436" y="2430661"/>
                  </a:lnTo>
                  <a:cubicBezTo>
                    <a:pt x="1737445" y="2430661"/>
                    <a:pt x="1768953" y="2412656"/>
                    <a:pt x="1782456" y="2381148"/>
                  </a:cubicBezTo>
                  <a:cubicBezTo>
                    <a:pt x="1831969" y="2282121"/>
                    <a:pt x="1948999" y="2052558"/>
                    <a:pt x="2057027" y="1935526"/>
                  </a:cubicBezTo>
                  <a:cubicBezTo>
                    <a:pt x="2142549" y="1836499"/>
                    <a:pt x="2214567" y="1723969"/>
                    <a:pt x="2259579" y="1602436"/>
                  </a:cubicBezTo>
                  <a:cubicBezTo>
                    <a:pt x="2309092" y="1471900"/>
                    <a:pt x="2336098" y="1336864"/>
                    <a:pt x="2340600" y="1197326"/>
                  </a:cubicBezTo>
                  <a:lnTo>
                    <a:pt x="2340600" y="1156815"/>
                  </a:lnTo>
                  <a:cubicBezTo>
                    <a:pt x="2327096" y="517641"/>
                    <a:pt x="1809463" y="4501"/>
                    <a:pt x="1170300" y="0"/>
                  </a:cubicBezTo>
                  <a:close/>
                  <a:moveTo>
                    <a:pt x="2070530" y="1192824"/>
                  </a:moveTo>
                  <a:cubicBezTo>
                    <a:pt x="2066029" y="1300854"/>
                    <a:pt x="2043523" y="1408883"/>
                    <a:pt x="2007514" y="1507910"/>
                  </a:cubicBezTo>
                  <a:cubicBezTo>
                    <a:pt x="1971505" y="1597935"/>
                    <a:pt x="1921992" y="1683458"/>
                    <a:pt x="1854475" y="1755477"/>
                  </a:cubicBezTo>
                  <a:cubicBezTo>
                    <a:pt x="1750949" y="1881512"/>
                    <a:pt x="1660925" y="2016548"/>
                    <a:pt x="1593408" y="2160588"/>
                  </a:cubicBezTo>
                  <a:lnTo>
                    <a:pt x="1170300" y="2160588"/>
                  </a:lnTo>
                  <a:lnTo>
                    <a:pt x="751693" y="2160588"/>
                  </a:lnTo>
                  <a:cubicBezTo>
                    <a:pt x="679674" y="2016548"/>
                    <a:pt x="589651" y="1881512"/>
                    <a:pt x="490626" y="1755477"/>
                  </a:cubicBezTo>
                  <a:cubicBezTo>
                    <a:pt x="427610" y="1683458"/>
                    <a:pt x="373596" y="1597935"/>
                    <a:pt x="337586" y="1507910"/>
                  </a:cubicBezTo>
                  <a:cubicBezTo>
                    <a:pt x="297076" y="1408883"/>
                    <a:pt x="279072" y="1300854"/>
                    <a:pt x="274570" y="1192824"/>
                  </a:cubicBezTo>
                  <a:lnTo>
                    <a:pt x="274570" y="1156815"/>
                  </a:lnTo>
                  <a:cubicBezTo>
                    <a:pt x="283573" y="666181"/>
                    <a:pt x="684175" y="270073"/>
                    <a:pt x="1174801" y="265572"/>
                  </a:cubicBezTo>
                  <a:lnTo>
                    <a:pt x="1174801" y="265572"/>
                  </a:lnTo>
                  <a:lnTo>
                    <a:pt x="1174801" y="265572"/>
                  </a:lnTo>
                  <a:cubicBezTo>
                    <a:pt x="1174801" y="265572"/>
                    <a:pt x="1174801" y="265572"/>
                    <a:pt x="1174801" y="265572"/>
                  </a:cubicBezTo>
                  <a:cubicBezTo>
                    <a:pt x="1174801" y="265572"/>
                    <a:pt x="1174801" y="265572"/>
                    <a:pt x="1174801" y="265572"/>
                  </a:cubicBezTo>
                  <a:lnTo>
                    <a:pt x="1174801" y="265572"/>
                  </a:lnTo>
                  <a:lnTo>
                    <a:pt x="1174801" y="265572"/>
                  </a:lnTo>
                  <a:cubicBezTo>
                    <a:pt x="1665427" y="270073"/>
                    <a:pt x="2066029" y="661680"/>
                    <a:pt x="2075031" y="1156815"/>
                  </a:cubicBezTo>
                  <a:lnTo>
                    <a:pt x="2075031" y="1192824"/>
                  </a:ln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F3931834-2B77-E86B-4C07-9B6A4CC65707}"/>
              </a:ext>
            </a:extLst>
          </p:cNvPr>
          <p:cNvSpPr txBox="1"/>
          <p:nvPr/>
        </p:nvSpPr>
        <p:spPr>
          <a:xfrm>
            <a:off x="2146935" y="1686088"/>
            <a:ext cx="8934449" cy="27238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lnSpc>
                <a:spcPct val="250000"/>
              </a:lnSpc>
              <a:buClr>
                <a:srgbClr val="98C242"/>
              </a:buClr>
              <a:buFont typeface="Wingdings" panose="05000000000000000000" pitchFamily="2" charset="2"/>
              <a:buChar char="§"/>
            </a:pPr>
            <a:r>
              <a:rPr lang="ar-SA" sz="2400" b="1" dirty="0"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  <a:t>التبرع الإلكتروني المباشر</a:t>
            </a:r>
            <a:endParaRPr lang="en-US" sz="3600" dirty="0">
              <a:latin typeface="GE SS Two Light" panose="020A0503020102020204" pitchFamily="18" charset="-78"/>
              <a:ea typeface="GE SS Two Light" panose="020A0503020102020204" pitchFamily="18" charset="-78"/>
              <a:cs typeface="GE SS Two Light" panose="020A0503020102020204" pitchFamily="18" charset="-78"/>
            </a:endParaRPr>
          </a:p>
          <a:p>
            <a:pPr marL="342900" indent="-342900" algn="r" rtl="1">
              <a:lnSpc>
                <a:spcPct val="250000"/>
              </a:lnSpc>
              <a:buClr>
                <a:srgbClr val="98C242"/>
              </a:buClr>
              <a:buFont typeface="Wingdings" panose="05000000000000000000" pitchFamily="2" charset="2"/>
              <a:buChar char="§"/>
            </a:pPr>
            <a:r>
              <a:rPr lang="ar-SA" sz="2400" b="1" dirty="0"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  <a:t>الدعم النفسي الافتراضي</a:t>
            </a:r>
            <a:endParaRPr lang="ar-SY" sz="3600" dirty="0">
              <a:latin typeface="GE SS Two Light" panose="020A0503020102020204" pitchFamily="18" charset="-78"/>
              <a:ea typeface="GE SS Two Light" panose="020A0503020102020204" pitchFamily="18" charset="-78"/>
              <a:cs typeface="GE SS Two Light" panose="020A0503020102020204" pitchFamily="18" charset="-78"/>
            </a:endParaRPr>
          </a:p>
          <a:p>
            <a:pPr marL="342900" indent="-342900" algn="r" rtl="1">
              <a:lnSpc>
                <a:spcPct val="250000"/>
              </a:lnSpc>
              <a:buClr>
                <a:srgbClr val="98C242"/>
              </a:buClr>
              <a:buFont typeface="Wingdings" panose="05000000000000000000" pitchFamily="2" charset="2"/>
              <a:buChar char="§"/>
            </a:pPr>
            <a:r>
              <a:rPr lang="ar-SA" sz="2400" b="1" dirty="0"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  <a:t>تكامل مع </a:t>
            </a:r>
            <a:r>
              <a:rPr lang="ar-SY" sz="2400" b="1" dirty="0"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  <a:t>تطبيقات </a:t>
            </a:r>
            <a:r>
              <a:rPr lang="ar-SA" sz="2400" b="1" dirty="0">
                <a:latin typeface="GE SS Two Light" panose="020A0503020102020204" pitchFamily="18" charset="-78"/>
                <a:ea typeface="GE SS Two Light" panose="020A0503020102020204" pitchFamily="18" charset="-78"/>
                <a:cs typeface="GE SS Two Light" panose="020A0503020102020204" pitchFamily="18" charset="-78"/>
              </a:rPr>
              <a:t>التواصل الاجتماعي</a:t>
            </a:r>
            <a:endParaRPr lang="ar-SY" sz="3600" dirty="0">
              <a:effectLst/>
              <a:latin typeface="GE SS Two Light" panose="020A0503020102020204" pitchFamily="18" charset="-78"/>
              <a:ea typeface="GE SS Two Light" panose="020A0503020102020204" pitchFamily="18" charset="-78"/>
              <a:cs typeface="GE SS Two Light" panose="020A0503020102020204" pitchFamily="18" charset="-78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B712844-C7A9-EC6C-C5C9-726F15F1945C}"/>
              </a:ext>
            </a:extLst>
          </p:cNvPr>
          <p:cNvSpPr txBox="1">
            <a:spLocks/>
          </p:cNvSpPr>
          <p:nvPr/>
        </p:nvSpPr>
        <p:spPr>
          <a:xfrm>
            <a:off x="1847798" y="579465"/>
            <a:ext cx="8496404" cy="8566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rgbClr val="97CA3D"/>
              </a:buClr>
            </a:pPr>
            <a:r>
              <a:rPr lang="ar-SY" sz="3600" dirty="0">
                <a:solidFill>
                  <a:srgbClr val="B271A7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الآفاق المستقبلية</a:t>
            </a:r>
            <a:endParaRPr lang="en-US" sz="3600" dirty="0">
              <a:solidFill>
                <a:srgbClr val="B271A7"/>
              </a:solidFill>
              <a:latin typeface="GE SS Two Bold" panose="020A0503020102020204" pitchFamily="18" charset="-78"/>
              <a:ea typeface="GE SS Two Bold" panose="020A0503020102020204" pitchFamily="18" charset="-78"/>
              <a:cs typeface="GE SS Two Bold" panose="020A0503020102020204" pitchFamily="18" charset="-78"/>
            </a:endParaRPr>
          </a:p>
        </p:txBody>
      </p:sp>
      <p:pic>
        <p:nvPicPr>
          <p:cNvPr id="61" name="صورة 60">
            <a:extLst>
              <a:ext uri="{FF2B5EF4-FFF2-40B4-BE49-F238E27FC236}">
                <a16:creationId xmlns:a16="http://schemas.microsoft.com/office/drawing/2014/main" id="{65D276C3-B214-4E84-20DC-3F4FD5002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1436105"/>
            <a:ext cx="5284696" cy="370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2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A5E26D-B51A-DB86-D4B3-C166F4E62CF6}"/>
              </a:ext>
            </a:extLst>
          </p:cNvPr>
          <p:cNvGrpSpPr/>
          <p:nvPr/>
        </p:nvGrpSpPr>
        <p:grpSpPr>
          <a:xfrm>
            <a:off x="465608" y="409654"/>
            <a:ext cx="192659" cy="311223"/>
            <a:chOff x="10293205" y="1567996"/>
            <a:chExt cx="2340599" cy="3781028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287416-7208-E21B-FEF2-0B52BE6E1010}"/>
                </a:ext>
              </a:extLst>
            </p:cNvPr>
            <p:cNvSpPr/>
            <p:nvPr/>
          </p:nvSpPr>
          <p:spPr>
            <a:xfrm>
              <a:off x="10878355" y="4178706"/>
              <a:ext cx="1170299" cy="270073"/>
            </a:xfrm>
            <a:custGeom>
              <a:avLst/>
              <a:gdLst>
                <a:gd name="connsiteX0" fmla="*/ 135035 w 1170299"/>
                <a:gd name="connsiteY0" fmla="*/ 0 h 270073"/>
                <a:gd name="connsiteX1" fmla="*/ 1035265 w 1170299"/>
                <a:gd name="connsiteY1" fmla="*/ 0 h 270073"/>
                <a:gd name="connsiteX2" fmla="*/ 1170300 w 1170299"/>
                <a:gd name="connsiteY2" fmla="*/ 135037 h 270073"/>
                <a:gd name="connsiteX3" fmla="*/ 1035265 w 1170299"/>
                <a:gd name="connsiteY3" fmla="*/ 270073 h 270073"/>
                <a:gd name="connsiteX4" fmla="*/ 135035 w 1170299"/>
                <a:gd name="connsiteY4" fmla="*/ 270073 h 270073"/>
                <a:gd name="connsiteX5" fmla="*/ 0 w 1170299"/>
                <a:gd name="connsiteY5" fmla="*/ 135037 h 270073"/>
                <a:gd name="connsiteX6" fmla="*/ 135035 w 1170299"/>
                <a:gd name="connsiteY6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0299" h="270073">
                  <a:moveTo>
                    <a:pt x="135035" y="0"/>
                  </a:moveTo>
                  <a:lnTo>
                    <a:pt x="1035265" y="0"/>
                  </a:lnTo>
                  <a:cubicBezTo>
                    <a:pt x="1111785" y="0"/>
                    <a:pt x="1170300" y="58516"/>
                    <a:pt x="1170300" y="135037"/>
                  </a:cubicBezTo>
                  <a:cubicBezTo>
                    <a:pt x="1170300" y="211557"/>
                    <a:pt x="1111785" y="270073"/>
                    <a:pt x="1035265" y="270073"/>
                  </a:cubicBezTo>
                  <a:lnTo>
                    <a:pt x="135035" y="270073"/>
                  </a:lnTo>
                  <a:cubicBezTo>
                    <a:pt x="58515" y="270073"/>
                    <a:pt x="0" y="211557"/>
                    <a:pt x="0" y="135037"/>
                  </a:cubicBezTo>
                  <a:cubicBezTo>
                    <a:pt x="0" y="58516"/>
                    <a:pt x="58515" y="0"/>
                    <a:pt x="135035" y="0"/>
                  </a:cubicBez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4588AB-F11C-F6B6-7DB6-A911E0BB04F2}"/>
                </a:ext>
              </a:extLst>
            </p:cNvPr>
            <p:cNvSpPr/>
            <p:nvPr/>
          </p:nvSpPr>
          <p:spPr>
            <a:xfrm>
              <a:off x="10878355" y="4628828"/>
              <a:ext cx="1170299" cy="270073"/>
            </a:xfrm>
            <a:custGeom>
              <a:avLst/>
              <a:gdLst>
                <a:gd name="connsiteX0" fmla="*/ 135035 w 1170299"/>
                <a:gd name="connsiteY0" fmla="*/ 0 h 270073"/>
                <a:gd name="connsiteX1" fmla="*/ 1035265 w 1170299"/>
                <a:gd name="connsiteY1" fmla="*/ 0 h 270073"/>
                <a:gd name="connsiteX2" fmla="*/ 1170300 w 1170299"/>
                <a:gd name="connsiteY2" fmla="*/ 135037 h 270073"/>
                <a:gd name="connsiteX3" fmla="*/ 1035265 w 1170299"/>
                <a:gd name="connsiteY3" fmla="*/ 270073 h 270073"/>
                <a:gd name="connsiteX4" fmla="*/ 135035 w 1170299"/>
                <a:gd name="connsiteY4" fmla="*/ 270073 h 270073"/>
                <a:gd name="connsiteX5" fmla="*/ 0 w 1170299"/>
                <a:gd name="connsiteY5" fmla="*/ 135037 h 270073"/>
                <a:gd name="connsiteX6" fmla="*/ 135035 w 1170299"/>
                <a:gd name="connsiteY6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0299" h="270073">
                  <a:moveTo>
                    <a:pt x="135035" y="0"/>
                  </a:moveTo>
                  <a:lnTo>
                    <a:pt x="1035265" y="0"/>
                  </a:lnTo>
                  <a:cubicBezTo>
                    <a:pt x="1111785" y="0"/>
                    <a:pt x="1170300" y="58516"/>
                    <a:pt x="1170300" y="135037"/>
                  </a:cubicBezTo>
                  <a:cubicBezTo>
                    <a:pt x="1170300" y="211557"/>
                    <a:pt x="1111785" y="270073"/>
                    <a:pt x="1035265" y="270073"/>
                  </a:cubicBezTo>
                  <a:lnTo>
                    <a:pt x="135035" y="270073"/>
                  </a:lnTo>
                  <a:cubicBezTo>
                    <a:pt x="58515" y="270073"/>
                    <a:pt x="0" y="211557"/>
                    <a:pt x="0" y="135037"/>
                  </a:cubicBezTo>
                  <a:cubicBezTo>
                    <a:pt x="0" y="58516"/>
                    <a:pt x="58515" y="0"/>
                    <a:pt x="135035" y="0"/>
                  </a:cubicBez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7649C1-EC35-8A9B-D8DE-BA39C4E7DC9E}"/>
                </a:ext>
              </a:extLst>
            </p:cNvPr>
            <p:cNvSpPr/>
            <p:nvPr/>
          </p:nvSpPr>
          <p:spPr>
            <a:xfrm>
              <a:off x="11170930" y="5078951"/>
              <a:ext cx="585149" cy="270073"/>
            </a:xfrm>
            <a:custGeom>
              <a:avLst/>
              <a:gdLst>
                <a:gd name="connsiteX0" fmla="*/ 0 w 585149"/>
                <a:gd name="connsiteY0" fmla="*/ 0 h 270073"/>
                <a:gd name="connsiteX1" fmla="*/ 292575 w 585149"/>
                <a:gd name="connsiteY1" fmla="*/ 270073 h 270073"/>
                <a:gd name="connsiteX2" fmla="*/ 585150 w 585149"/>
                <a:gd name="connsiteY2" fmla="*/ 0 h 270073"/>
                <a:gd name="connsiteX3" fmla="*/ 0 w 585149"/>
                <a:gd name="connsiteY3" fmla="*/ 0 h 27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149" h="270073">
                  <a:moveTo>
                    <a:pt x="0" y="0"/>
                  </a:moveTo>
                  <a:cubicBezTo>
                    <a:pt x="13503" y="153042"/>
                    <a:pt x="139536" y="270073"/>
                    <a:pt x="292575" y="270073"/>
                  </a:cubicBezTo>
                  <a:cubicBezTo>
                    <a:pt x="445614" y="270073"/>
                    <a:pt x="571646" y="153042"/>
                    <a:pt x="58515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B5686DB-45A5-BDE3-82C2-28C90CD17561}"/>
                </a:ext>
              </a:extLst>
            </p:cNvPr>
            <p:cNvSpPr/>
            <p:nvPr/>
          </p:nvSpPr>
          <p:spPr>
            <a:xfrm>
              <a:off x="10293205" y="1567996"/>
              <a:ext cx="2340599" cy="2430660"/>
            </a:xfrm>
            <a:custGeom>
              <a:avLst/>
              <a:gdLst>
                <a:gd name="connsiteX0" fmla="*/ 1170300 w 2340599"/>
                <a:gd name="connsiteY0" fmla="*/ 0 h 2430660"/>
                <a:gd name="connsiteX1" fmla="*/ 1170300 w 2340599"/>
                <a:gd name="connsiteY1" fmla="*/ 0 h 2430660"/>
                <a:gd name="connsiteX2" fmla="*/ 1170300 w 2340599"/>
                <a:gd name="connsiteY2" fmla="*/ 0 h 2430660"/>
                <a:gd name="connsiteX3" fmla="*/ 0 w 2340599"/>
                <a:gd name="connsiteY3" fmla="*/ 1156815 h 2430660"/>
                <a:gd name="connsiteX4" fmla="*/ 0 w 2340599"/>
                <a:gd name="connsiteY4" fmla="*/ 1197326 h 2430660"/>
                <a:gd name="connsiteX5" fmla="*/ 81021 w 2340599"/>
                <a:gd name="connsiteY5" fmla="*/ 1602436 h 2430660"/>
                <a:gd name="connsiteX6" fmla="*/ 283573 w 2340599"/>
                <a:gd name="connsiteY6" fmla="*/ 1935526 h 2430660"/>
                <a:gd name="connsiteX7" fmla="*/ 558143 w 2340599"/>
                <a:gd name="connsiteY7" fmla="*/ 2381148 h 2430660"/>
                <a:gd name="connsiteX8" fmla="*/ 639164 w 2340599"/>
                <a:gd name="connsiteY8" fmla="*/ 2430661 h 2430660"/>
                <a:gd name="connsiteX9" fmla="*/ 1701436 w 2340599"/>
                <a:gd name="connsiteY9" fmla="*/ 2430661 h 2430660"/>
                <a:gd name="connsiteX10" fmla="*/ 1782456 w 2340599"/>
                <a:gd name="connsiteY10" fmla="*/ 2381148 h 2430660"/>
                <a:gd name="connsiteX11" fmla="*/ 2057027 w 2340599"/>
                <a:gd name="connsiteY11" fmla="*/ 1935526 h 2430660"/>
                <a:gd name="connsiteX12" fmla="*/ 2259579 w 2340599"/>
                <a:gd name="connsiteY12" fmla="*/ 1602436 h 2430660"/>
                <a:gd name="connsiteX13" fmla="*/ 2340600 w 2340599"/>
                <a:gd name="connsiteY13" fmla="*/ 1197326 h 2430660"/>
                <a:gd name="connsiteX14" fmla="*/ 2340600 w 2340599"/>
                <a:gd name="connsiteY14" fmla="*/ 1156815 h 2430660"/>
                <a:gd name="connsiteX15" fmla="*/ 1170300 w 2340599"/>
                <a:gd name="connsiteY15" fmla="*/ 0 h 2430660"/>
                <a:gd name="connsiteX16" fmla="*/ 2070530 w 2340599"/>
                <a:gd name="connsiteY16" fmla="*/ 1192824 h 2430660"/>
                <a:gd name="connsiteX17" fmla="*/ 2007514 w 2340599"/>
                <a:gd name="connsiteY17" fmla="*/ 1507910 h 2430660"/>
                <a:gd name="connsiteX18" fmla="*/ 1854475 w 2340599"/>
                <a:gd name="connsiteY18" fmla="*/ 1755477 h 2430660"/>
                <a:gd name="connsiteX19" fmla="*/ 1593408 w 2340599"/>
                <a:gd name="connsiteY19" fmla="*/ 2160588 h 2430660"/>
                <a:gd name="connsiteX20" fmla="*/ 1170300 w 2340599"/>
                <a:gd name="connsiteY20" fmla="*/ 2160588 h 2430660"/>
                <a:gd name="connsiteX21" fmla="*/ 751693 w 2340599"/>
                <a:gd name="connsiteY21" fmla="*/ 2160588 h 2430660"/>
                <a:gd name="connsiteX22" fmla="*/ 490626 w 2340599"/>
                <a:gd name="connsiteY22" fmla="*/ 1755477 h 2430660"/>
                <a:gd name="connsiteX23" fmla="*/ 337586 w 2340599"/>
                <a:gd name="connsiteY23" fmla="*/ 1507910 h 2430660"/>
                <a:gd name="connsiteX24" fmla="*/ 274570 w 2340599"/>
                <a:gd name="connsiteY24" fmla="*/ 1192824 h 2430660"/>
                <a:gd name="connsiteX25" fmla="*/ 274570 w 2340599"/>
                <a:gd name="connsiteY25" fmla="*/ 1156815 h 2430660"/>
                <a:gd name="connsiteX26" fmla="*/ 1174801 w 2340599"/>
                <a:gd name="connsiteY26" fmla="*/ 265572 h 2430660"/>
                <a:gd name="connsiteX27" fmla="*/ 1174801 w 2340599"/>
                <a:gd name="connsiteY27" fmla="*/ 265572 h 2430660"/>
                <a:gd name="connsiteX28" fmla="*/ 1174801 w 2340599"/>
                <a:gd name="connsiteY28" fmla="*/ 265572 h 2430660"/>
                <a:gd name="connsiteX29" fmla="*/ 1174801 w 2340599"/>
                <a:gd name="connsiteY29" fmla="*/ 265572 h 2430660"/>
                <a:gd name="connsiteX30" fmla="*/ 1174801 w 2340599"/>
                <a:gd name="connsiteY30" fmla="*/ 265572 h 2430660"/>
                <a:gd name="connsiteX31" fmla="*/ 1174801 w 2340599"/>
                <a:gd name="connsiteY31" fmla="*/ 265572 h 2430660"/>
                <a:gd name="connsiteX32" fmla="*/ 1174801 w 2340599"/>
                <a:gd name="connsiteY32" fmla="*/ 265572 h 2430660"/>
                <a:gd name="connsiteX33" fmla="*/ 2075031 w 2340599"/>
                <a:gd name="connsiteY33" fmla="*/ 1156815 h 2430660"/>
                <a:gd name="connsiteX34" fmla="*/ 2075031 w 2340599"/>
                <a:gd name="connsiteY34" fmla="*/ 1192824 h 243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340599" h="2430660">
                  <a:moveTo>
                    <a:pt x="1170300" y="0"/>
                  </a:moveTo>
                  <a:cubicBezTo>
                    <a:pt x="1170300" y="0"/>
                    <a:pt x="1170300" y="0"/>
                    <a:pt x="1170300" y="0"/>
                  </a:cubicBezTo>
                  <a:cubicBezTo>
                    <a:pt x="1170300" y="0"/>
                    <a:pt x="1170300" y="0"/>
                    <a:pt x="1170300" y="0"/>
                  </a:cubicBezTo>
                  <a:cubicBezTo>
                    <a:pt x="531136" y="4501"/>
                    <a:pt x="13503" y="517641"/>
                    <a:pt x="0" y="1156815"/>
                  </a:cubicBezTo>
                  <a:lnTo>
                    <a:pt x="0" y="1197326"/>
                  </a:lnTo>
                  <a:cubicBezTo>
                    <a:pt x="4501" y="1336864"/>
                    <a:pt x="31508" y="1471900"/>
                    <a:pt x="81021" y="1602436"/>
                  </a:cubicBezTo>
                  <a:cubicBezTo>
                    <a:pt x="130533" y="1723969"/>
                    <a:pt x="198051" y="1836499"/>
                    <a:pt x="283573" y="1935526"/>
                  </a:cubicBezTo>
                  <a:cubicBezTo>
                    <a:pt x="391600" y="2052558"/>
                    <a:pt x="508630" y="2282121"/>
                    <a:pt x="558143" y="2381148"/>
                  </a:cubicBezTo>
                  <a:cubicBezTo>
                    <a:pt x="571646" y="2412656"/>
                    <a:pt x="603155" y="2430661"/>
                    <a:pt x="639164" y="2430661"/>
                  </a:cubicBezTo>
                  <a:lnTo>
                    <a:pt x="1701436" y="2430661"/>
                  </a:lnTo>
                  <a:cubicBezTo>
                    <a:pt x="1737445" y="2430661"/>
                    <a:pt x="1768953" y="2412656"/>
                    <a:pt x="1782456" y="2381148"/>
                  </a:cubicBezTo>
                  <a:cubicBezTo>
                    <a:pt x="1831969" y="2282121"/>
                    <a:pt x="1948999" y="2052558"/>
                    <a:pt x="2057027" y="1935526"/>
                  </a:cubicBezTo>
                  <a:cubicBezTo>
                    <a:pt x="2142549" y="1836499"/>
                    <a:pt x="2214567" y="1723969"/>
                    <a:pt x="2259579" y="1602436"/>
                  </a:cubicBezTo>
                  <a:cubicBezTo>
                    <a:pt x="2309092" y="1471900"/>
                    <a:pt x="2336098" y="1336864"/>
                    <a:pt x="2340600" y="1197326"/>
                  </a:cubicBezTo>
                  <a:lnTo>
                    <a:pt x="2340600" y="1156815"/>
                  </a:lnTo>
                  <a:cubicBezTo>
                    <a:pt x="2327096" y="517641"/>
                    <a:pt x="1809463" y="4501"/>
                    <a:pt x="1170300" y="0"/>
                  </a:cubicBezTo>
                  <a:close/>
                  <a:moveTo>
                    <a:pt x="2070530" y="1192824"/>
                  </a:moveTo>
                  <a:cubicBezTo>
                    <a:pt x="2066029" y="1300854"/>
                    <a:pt x="2043523" y="1408883"/>
                    <a:pt x="2007514" y="1507910"/>
                  </a:cubicBezTo>
                  <a:cubicBezTo>
                    <a:pt x="1971505" y="1597935"/>
                    <a:pt x="1921992" y="1683458"/>
                    <a:pt x="1854475" y="1755477"/>
                  </a:cubicBezTo>
                  <a:cubicBezTo>
                    <a:pt x="1750949" y="1881512"/>
                    <a:pt x="1660925" y="2016548"/>
                    <a:pt x="1593408" y="2160588"/>
                  </a:cubicBezTo>
                  <a:lnTo>
                    <a:pt x="1170300" y="2160588"/>
                  </a:lnTo>
                  <a:lnTo>
                    <a:pt x="751693" y="2160588"/>
                  </a:lnTo>
                  <a:cubicBezTo>
                    <a:pt x="679674" y="2016548"/>
                    <a:pt x="589651" y="1881512"/>
                    <a:pt x="490626" y="1755477"/>
                  </a:cubicBezTo>
                  <a:cubicBezTo>
                    <a:pt x="427610" y="1683458"/>
                    <a:pt x="373596" y="1597935"/>
                    <a:pt x="337586" y="1507910"/>
                  </a:cubicBezTo>
                  <a:cubicBezTo>
                    <a:pt x="297076" y="1408883"/>
                    <a:pt x="279072" y="1300854"/>
                    <a:pt x="274570" y="1192824"/>
                  </a:cubicBezTo>
                  <a:lnTo>
                    <a:pt x="274570" y="1156815"/>
                  </a:lnTo>
                  <a:cubicBezTo>
                    <a:pt x="283573" y="666181"/>
                    <a:pt x="684175" y="270073"/>
                    <a:pt x="1174801" y="265572"/>
                  </a:cubicBezTo>
                  <a:lnTo>
                    <a:pt x="1174801" y="265572"/>
                  </a:lnTo>
                  <a:lnTo>
                    <a:pt x="1174801" y="265572"/>
                  </a:lnTo>
                  <a:cubicBezTo>
                    <a:pt x="1174801" y="265572"/>
                    <a:pt x="1174801" y="265572"/>
                    <a:pt x="1174801" y="265572"/>
                  </a:cubicBezTo>
                  <a:cubicBezTo>
                    <a:pt x="1174801" y="265572"/>
                    <a:pt x="1174801" y="265572"/>
                    <a:pt x="1174801" y="265572"/>
                  </a:cubicBezTo>
                  <a:lnTo>
                    <a:pt x="1174801" y="265572"/>
                  </a:lnTo>
                  <a:lnTo>
                    <a:pt x="1174801" y="265572"/>
                  </a:lnTo>
                  <a:cubicBezTo>
                    <a:pt x="1665427" y="270073"/>
                    <a:pt x="2066029" y="661680"/>
                    <a:pt x="2075031" y="1156815"/>
                  </a:cubicBezTo>
                  <a:lnTo>
                    <a:pt x="2075031" y="1192824"/>
                  </a:lnTo>
                  <a:close/>
                </a:path>
              </a:pathLst>
            </a:custGeom>
            <a:grpFill/>
            <a:ln w="20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Freeform 23">
            <a:extLst>
              <a:ext uri="{FF2B5EF4-FFF2-40B4-BE49-F238E27FC236}">
                <a16:creationId xmlns:a16="http://schemas.microsoft.com/office/drawing/2014/main" id="{0920DC37-4451-95FD-711A-ECC1F9C14D1F}"/>
              </a:ext>
            </a:extLst>
          </p:cNvPr>
          <p:cNvSpPr/>
          <p:nvPr/>
        </p:nvSpPr>
        <p:spPr>
          <a:xfrm rot="18900000">
            <a:off x="-2347296" y="275728"/>
            <a:ext cx="5625807" cy="7661152"/>
          </a:xfrm>
          <a:custGeom>
            <a:avLst/>
            <a:gdLst>
              <a:gd name="connsiteX0" fmla="*/ 4849338 w 5625807"/>
              <a:gd name="connsiteY0" fmla="*/ 0 h 7661152"/>
              <a:gd name="connsiteX1" fmla="*/ 5625807 w 5625807"/>
              <a:gd name="connsiteY1" fmla="*/ 776469 h 7661152"/>
              <a:gd name="connsiteX2" fmla="*/ 5625807 w 5625807"/>
              <a:gd name="connsiteY2" fmla="*/ 6203326 h 7661152"/>
              <a:gd name="connsiteX3" fmla="*/ 4167981 w 5625807"/>
              <a:gd name="connsiteY3" fmla="*/ 7661152 h 7661152"/>
              <a:gd name="connsiteX4" fmla="*/ 2811814 w 5625807"/>
              <a:gd name="connsiteY4" fmla="*/ 7661152 h 7661152"/>
              <a:gd name="connsiteX5" fmla="*/ 0 w 5625807"/>
              <a:gd name="connsiteY5" fmla="*/ 4849338 h 766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25807" h="7661152">
                <a:moveTo>
                  <a:pt x="4849338" y="0"/>
                </a:moveTo>
                <a:lnTo>
                  <a:pt x="5625807" y="776469"/>
                </a:lnTo>
                <a:lnTo>
                  <a:pt x="5625807" y="6203326"/>
                </a:lnTo>
                <a:cubicBezTo>
                  <a:pt x="5625807" y="7008461"/>
                  <a:pt x="4973116" y="7661152"/>
                  <a:pt x="4167981" y="7661152"/>
                </a:cubicBezTo>
                <a:lnTo>
                  <a:pt x="2811814" y="7661152"/>
                </a:lnTo>
                <a:lnTo>
                  <a:pt x="0" y="4849338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82000"/>
                </a:schemeClr>
              </a:gs>
              <a:gs pos="100000">
                <a:schemeClr val="bg1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7FA0E03-EBC9-A1AE-2C86-D9A8337E272A}"/>
              </a:ext>
            </a:extLst>
          </p:cNvPr>
          <p:cNvSpPr txBox="1">
            <a:spLocks/>
          </p:cNvSpPr>
          <p:nvPr/>
        </p:nvSpPr>
        <p:spPr>
          <a:xfrm>
            <a:off x="1847798" y="2028406"/>
            <a:ext cx="8496404" cy="8566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rgbClr val="97CA3D"/>
              </a:buClr>
            </a:pPr>
            <a:r>
              <a:rPr lang="ar-SY" sz="3600" dirty="0">
                <a:solidFill>
                  <a:schemeClr val="bg1">
                    <a:lumMod val="65000"/>
                  </a:schemeClr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كل الامتنان لمن كان جزءاً من انجازنا</a:t>
            </a:r>
          </a:p>
          <a:p>
            <a:pPr algn="ctr">
              <a:buClr>
                <a:srgbClr val="97CA3D"/>
              </a:buClr>
            </a:pPr>
            <a:endParaRPr lang="en-US" sz="3600" dirty="0">
              <a:solidFill>
                <a:schemeClr val="bg1">
                  <a:lumMod val="65000"/>
                </a:schemeClr>
              </a:solidFill>
              <a:latin typeface="GE SS Two Bold" panose="020A0503020102020204" pitchFamily="18" charset="-78"/>
              <a:ea typeface="GE SS Two Bold" panose="020A0503020102020204" pitchFamily="18" charset="-78"/>
              <a:cs typeface="GE SS Two Bold" panose="020A0503020102020204" pitchFamily="18" charset="-78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D5F8C4D-E5E1-A6B8-4D96-12513C1F1903}"/>
              </a:ext>
            </a:extLst>
          </p:cNvPr>
          <p:cNvSpPr txBox="1">
            <a:spLocks/>
          </p:cNvSpPr>
          <p:nvPr/>
        </p:nvSpPr>
        <p:spPr>
          <a:xfrm>
            <a:off x="1847798" y="3237969"/>
            <a:ext cx="8496404" cy="8566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rgbClr val="97CA3D"/>
              </a:buClr>
            </a:pPr>
            <a:r>
              <a:rPr lang="ar-SY" sz="3600" dirty="0">
                <a:solidFill>
                  <a:schemeClr val="bg1">
                    <a:lumMod val="65000"/>
                  </a:schemeClr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ولمن شرفنا بحضوره اليوم</a:t>
            </a:r>
            <a:endParaRPr lang="en-US" sz="3600" dirty="0">
              <a:solidFill>
                <a:schemeClr val="bg1">
                  <a:lumMod val="65000"/>
                </a:schemeClr>
              </a:solidFill>
              <a:latin typeface="GE SS Two Bold" panose="020A0503020102020204" pitchFamily="18" charset="-78"/>
              <a:ea typeface="GE SS Two Bold" panose="020A0503020102020204" pitchFamily="18" charset="-78"/>
              <a:cs typeface="GE SS Two Bold" panose="020A0503020102020204" pitchFamily="18" charset="-78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A9310A-A656-10C4-CA99-CB4444C36946}"/>
              </a:ext>
            </a:extLst>
          </p:cNvPr>
          <p:cNvSpPr txBox="1">
            <a:spLocks/>
          </p:cNvSpPr>
          <p:nvPr/>
        </p:nvSpPr>
        <p:spPr>
          <a:xfrm>
            <a:off x="1577236" y="4829594"/>
            <a:ext cx="8496404" cy="8566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rgbClr val="97CA3D"/>
              </a:buClr>
            </a:pPr>
            <a:r>
              <a:rPr lang="ar-SY" sz="3600" dirty="0">
                <a:solidFill>
                  <a:srgbClr val="98C242"/>
                </a:solidFill>
                <a:latin typeface="GE SS Two Bold" panose="020A0503020102020204" pitchFamily="18" charset="-78"/>
                <a:ea typeface="GE SS Two Bold" panose="020A0503020102020204" pitchFamily="18" charset="-78"/>
                <a:cs typeface="GE SS Two Bold" panose="020A0503020102020204" pitchFamily="18" charset="-78"/>
              </a:rPr>
              <a:t>تم بعون الله.</a:t>
            </a:r>
            <a:endParaRPr lang="en-US" sz="3600" dirty="0">
              <a:solidFill>
                <a:srgbClr val="98C242"/>
              </a:solidFill>
              <a:latin typeface="GE SS Two Bold" panose="020A0503020102020204" pitchFamily="18" charset="-78"/>
              <a:ea typeface="GE SS Two Bold" panose="020A0503020102020204" pitchFamily="18" charset="-78"/>
              <a:cs typeface="GE SS Two Bold" panose="020A05030201020202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2226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شاشة عريضة</PresentationFormat>
  <Paragraphs>36</Paragraphs>
  <Slides>11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10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22" baseType="lpstr">
      <vt:lpstr>Al-Jazeera-Arabic-Bold</vt:lpstr>
      <vt:lpstr>Arial</vt:lpstr>
      <vt:lpstr>Arial Rounded MT Bold</vt:lpstr>
      <vt:lpstr>Calibri</vt:lpstr>
      <vt:lpstr>Calibri Light</vt:lpstr>
      <vt:lpstr>GE SS Two Bold</vt:lpstr>
      <vt:lpstr>GE SS Two Light</vt:lpstr>
      <vt:lpstr>Montserrat</vt:lpstr>
      <vt:lpstr>Poppins SemiBold</vt:lpstr>
      <vt:lpstr>Wingdings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Yosep Swandi</dc:creator>
  <cp:lastModifiedBy>raneem kharbotly</cp:lastModifiedBy>
  <cp:revision>21</cp:revision>
  <dcterms:created xsi:type="dcterms:W3CDTF">2020-10-15T00:10:07Z</dcterms:created>
  <dcterms:modified xsi:type="dcterms:W3CDTF">2024-08-24T23:46:26Z</dcterms:modified>
</cp:coreProperties>
</file>